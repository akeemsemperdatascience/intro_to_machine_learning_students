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6"/>
  </p:notesMasterIdLst>
  <p:sldIdLst>
    <p:sldId id="279" r:id="rId2"/>
    <p:sldId id="256" r:id="rId3"/>
    <p:sldId id="260" r:id="rId4"/>
    <p:sldId id="280" r:id="rId5"/>
    <p:sldId id="265" r:id="rId6"/>
    <p:sldId id="261" r:id="rId7"/>
    <p:sldId id="262" r:id="rId8"/>
    <p:sldId id="257" r:id="rId9"/>
    <p:sldId id="258" r:id="rId10"/>
    <p:sldId id="259" r:id="rId11"/>
    <p:sldId id="264" r:id="rId12"/>
    <p:sldId id="287" r:id="rId13"/>
    <p:sldId id="266" r:id="rId14"/>
    <p:sldId id="267" r:id="rId15"/>
    <p:sldId id="286" r:id="rId16"/>
    <p:sldId id="289" r:id="rId17"/>
    <p:sldId id="290" r:id="rId18"/>
    <p:sldId id="288" r:id="rId19"/>
    <p:sldId id="281" r:id="rId20"/>
    <p:sldId id="274" r:id="rId21"/>
    <p:sldId id="285" r:id="rId22"/>
    <p:sldId id="275" r:id="rId23"/>
    <p:sldId id="291" r:id="rId24"/>
    <p:sldId id="278" r:id="rId25"/>
    <p:sldId id="295" r:id="rId26"/>
    <p:sldId id="296" r:id="rId27"/>
    <p:sldId id="301" r:id="rId28"/>
    <p:sldId id="282" r:id="rId29"/>
    <p:sldId id="297" r:id="rId30"/>
    <p:sldId id="276" r:id="rId31"/>
    <p:sldId id="292" r:id="rId32"/>
    <p:sldId id="298" r:id="rId33"/>
    <p:sldId id="299" r:id="rId34"/>
    <p:sldId id="277" r:id="rId35"/>
    <p:sldId id="293" r:id="rId36"/>
    <p:sldId id="283" r:id="rId37"/>
    <p:sldId id="284" r:id="rId38"/>
    <p:sldId id="300" r:id="rId39"/>
    <p:sldId id="294" r:id="rId40"/>
    <p:sldId id="268" r:id="rId41"/>
    <p:sldId id="269" r:id="rId42"/>
    <p:sldId id="270" r:id="rId43"/>
    <p:sldId id="272" r:id="rId44"/>
    <p:sldId id="273" r:id="rId4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B0E33CC-5546-A445-B5AD-5431379A0D80}">
          <p14:sldIdLst>
            <p14:sldId id="279"/>
            <p14:sldId id="256"/>
            <p14:sldId id="260"/>
            <p14:sldId id="280"/>
            <p14:sldId id="265"/>
            <p14:sldId id="261"/>
            <p14:sldId id="262"/>
            <p14:sldId id="257"/>
            <p14:sldId id="258"/>
            <p14:sldId id="259"/>
            <p14:sldId id="264"/>
            <p14:sldId id="287"/>
            <p14:sldId id="266"/>
            <p14:sldId id="267"/>
          </p14:sldIdLst>
        </p14:section>
        <p14:section name="Fit" id="{41115A59-0199-AD4C-87B0-3F3BB1023017}">
          <p14:sldIdLst>
            <p14:sldId id="286"/>
            <p14:sldId id="289"/>
            <p14:sldId id="290"/>
            <p14:sldId id="288"/>
            <p14:sldId id="281"/>
            <p14:sldId id="274"/>
            <p14:sldId id="285"/>
            <p14:sldId id="275"/>
            <p14:sldId id="291"/>
            <p14:sldId id="278"/>
          </p14:sldIdLst>
        </p14:section>
        <p14:section name="Interim" id="{54983777-824F-1F46-991A-0A9F3E5C3491}">
          <p14:sldIdLst>
            <p14:sldId id="295"/>
            <p14:sldId id="296"/>
          </p14:sldIdLst>
        </p14:section>
        <p14:section name="Regularization" id="{8F870671-C01B-5C40-8CEA-EB0D3844CADA}">
          <p14:sldIdLst>
            <p14:sldId id="301"/>
            <p14:sldId id="282"/>
            <p14:sldId id="297"/>
            <p14:sldId id="276"/>
            <p14:sldId id="292"/>
            <p14:sldId id="298"/>
            <p14:sldId id="299"/>
            <p14:sldId id="277"/>
            <p14:sldId id="293"/>
            <p14:sldId id="283"/>
            <p14:sldId id="284"/>
            <p14:sldId id="300"/>
            <p14:sldId id="294"/>
            <p14:sldId id="268"/>
            <p14:sldId id="269"/>
            <p14:sldId id="270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25"/>
    <p:restoredTop sz="94778"/>
  </p:normalViewPr>
  <p:slideViewPr>
    <p:cSldViewPr snapToGrid="0" snapToObjects="1">
      <p:cViewPr varScale="1">
        <p:scale>
          <a:sx n="149" d="100"/>
          <a:sy n="149" d="100"/>
        </p:scale>
        <p:origin x="17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22:07:51.29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22099 1303 24575,'7'40'0,"0"-1"0,-1 1 0,4 9 0,1 3 0,-1-1 0,0 7 0,0 0 0,0-8-4916,-1 2 1,0-6 4170,1-4 0,0 0 2154,-6-3 0,0-3-1409,1 3 0,-1 1 0,1-3 0,0-11 0,-4-20 1719,2 9-1719,-3 4 0,2 17 0,-1-13 0,4 13 0,1-2 0,-4-18 0,5 15 0,0-3 0,-3-19 6784,8 14-6784,-5-18 0,21 3 0,-17-8-3847,20 0 3847,-23 0 0,4 0-647,27-5 1,19-1 646,-14 5 0,5 2 0,6 0 0,4 3 0,4-1 0,-19 1 0,4 0 0,2 1 0,3 0 0,1 1 0,1 0 0,1 0 0,-1 0 0,0 0 0,-1 0 0,-3 0-565,7-1 0,-1 1 1,-1-1-1,0 0 1,-1 1-1,1-1 0,-1 1 1,0 0-1,0 1 565,-2 1 0,0 0 0,-1 0 0,1 1 0,-1 0 0,0 0 0,0 0 0,0 0 0,0 0 0,5 0 0,4 2 0,1-1 0,-1 1 0,-3-1 0,-5-1 0,-6 0 0,-8-2-133,5 3 0,0 0 133,-3-2 0,11 3 0,9 0 0,2 1 0,1 0 0,-6-1 0,-8-2 0,-14-3 0,-6 0 0,-2-2-589,20 0 1,9-1 0,-17-5 588,-23-7-2261,-15-47 2261,-1 42 2955,2-40-2955,-7 14 0,-2-2 0,2 12 0,0-3 0,-2-9 0,-1-5 0,1 6 0,-2-16 0,2 11 0,1 0 0,4 1 0,-2 8 0,0 0 0,3-8 0,-2 5 0,1 0 0,1-4 238,0-5-238,0 1 0,0 23 0,0-12 0,0-2 0,-3 4 2268,4 3 1,-3 0-2269,-12-16 0,3 9 0,-3 0 0,-8-9 3392,7 18 0,1 6-3392,1 17 0,-25-7 0,16 9 0,-13-4 0,-2 3 0,10 3 0,-9-2 0,-2 0 0,-12-2-2262,7 1 1,-8-2 0,7 2 2261,-3 0 0,4-1 0,-11 0 0,11 4 0,-11 0 0,-4 0 0,0 1 0,3 0 0,10 1-722,-11-1 0,-1 0 722,15 1 0,-10-1 0,-6 1 0,-3-1 0,1 0 0,3 0 0,7 1 0,11 1 0,-6 2 0,3 0 0,-2-1 0,-8 0 0,-1 0 0,5-1 0,3 0 0,3 0 0,0 0 0,0 0 0,1 0 0,-2-1 0,-7 0 0,-2 0 0,10 1 0,2 0 0,0 0 0,-1 2-362,11 2 1,3 1 361,-13 6 2610,0-3 1,2 2-2611,8 0 0,-1 2 0,-25-3 0,23-5 0,3-1 0,1-1 1974,2-2-1974,-5-2 0,2-1 0,8 1 587,-8-2 0,-3 0-587,-8 0 0,5 1 0,-1 0 0,-13 0 291,14 1 0,1 1-291,1 4 0,7-3 0,-10 3 0,26-3 0,2 0 0,6 0 0</inkml:trace>
  <inkml:trace contextRef="#ctx0" brushRef="#br0" timeOffset="3437">23530 154 24575,'-7'28'0,"4"-11"0,-3 14 0,3-13 0,-1 7 0,-1 4 0,4-14 0,-2 22 0,3-18 0,3 19 0,-2-9 0,1 8 0,-2-10 0,0-7 0,0 3 0,0-8 0,3 43 0,-2-35 0,2 31 0,-6-29 0,-1 7 0,1 2 0,-3-6 0,0-3 0,-1-6 0,1-1 0,0 3 0,5-4 0,-10 12 0,3-11 0,-4 0 0,5-6 0,-1-31 0,-4-17-704,3 2 704,-5-8 0,-3-2 0,-10-5 0,14 22 0,-1 1-3276,-3-1 1,2 5 3275,3 13 0,-2-11 0,-4 8 471,12 4-471,-11-4 0,14 9 0,-12 0 6784,9 5-6784,-2 2 0,22 22 0,-5-10 0,6 11 0,1 4 0,-7-14 0,11 18 0,1 1 0,-7-11 0,6 10 0,-1-2 0,-7-17 0,3 11 0,16 20 0,-17-17 0,1-5 0,0 1 0,10 20 0,-15-31 0,10 21 0,-11-31 0,-5 1 0,16-21 0,-9 0 0,8-7 0,0 0 0,-2 7 0,12-18 0,1 2-673,-16 19 673,8-9 0,1-1 0,-2 4 0,11-11 0,3-7 0,-9 10-4864,-9 8 4864,-13 13 0,12-7 0,-7 1 0,9-2 507,2-9-507,-2 6 0,9-14 0,-10 13 0,0-1 0,-7 11 5030,-1-2-5030,-2 3 0,-5 2 0,-2 2 0</inkml:trace>
  <inkml:trace contextRef="#ctx0" brushRef="#br0" timeOffset="9617">23595 2391 24575,'-44'-6'0,"-1"0"0,1-1 0,0 1 0,-11-1 0,3 0 0,5 5 0,10 7 0,6 4-9831,-10 3 8341,6 6 4000,3 21-2510,17-17 881,0 6-1,1 2-880,5 3 0,8 2 0,7 3 0,15-8 0,2 0 0,-2 4 133,7 3 0,5 1-133,-6-11 0,-1-3-4537,10 14 4537,-10-12 0,-5-8 0,-15-17 0,44 18 0,7 5 0,-25-14 0,23 11 0,-4-2 0,-36-17 0,3 3 0,37 4 4093,-27-3-4093,3-2 0,-2 0 0,-17-3 0,36 2 6564,-35-3-6564,29 0 0,5-6 0,-12-1 0,1-1 0,1-2 0,6-15-136,-10 6 136,-3-6 0,-14 0 0,4-5 0,1 1 0,-3-12 0,-7 10 0,-2-4 0,-8 5 0,-2 2 0,0 2-3260,-4-6 1,-1 3 3259,4 12-2001,-13-18 0,-1-1 2001,10 19-72,-11-15 1,-2 2 71,7 18-2987,-21-15 2987,18 19 591,-8-6-591,16 13 3279,-25-10-3279,-5 6 0,-3-4 0,10 7 0,2 1 0,-2 1 157,-4 0-157,-14 6 0,25-5 2490,-5 3 1,-3 0-2491,-16 0 0,8-1 5443,4 0-5443,14 0 0,13-3 0,-4 3 0,9-3 0</inkml:trace>
  <inkml:trace contextRef="#ctx0" brushRef="#br0" timeOffset="10827">23552 2634 24575,'-20'5'0,"2"2"0,-5 0 0,6 1-4916,-15 5 1,-2 0 3425,11-2 771,-17 7 1,-11 4 0,11-4 718,15-8 1077,-9 6 1,-4 3-1078,2-1 0,3 0 0,1 2 0,-1-1 0,-3 3 0,-4 1 0,6-3 0,13-6 0,-14 8 0,-15 10 0,-2 0 0,14-8 4537,3-3-4537,-2 5 0,-13 9 0,1 0 0,13-10 0,8-5 3392,-2 5 0,-2 2-3392,5-5 0,3-2 0,3 2 0,0-3 0,-2 1 0,0 3 0,-2 5 0,-8 6 0,-4 6 0,-1 0 0,0 1 0,-1-1 0,0 1 0,-1 2 0,0 0 0,4-4 0,-3 4 0,8-9 0,14-13 0,-4 6 0,1 0 0,6-4 0,-5 4 0,1-3 0,9-12 0,-8 16 0,-7-2 0,-1 6 0,-6-3-5289,15-12 5289,5-10-433,-24 23 433,21-18 0,-23 17 0,23-9 0,5-11 0,-5 14 0,16-15 0,-4-3 0,16-11 0,-9 2-727,21-12 1,5 0 726,-11 6 0,22-11 0,14-8 0,-12 6 0,-16 8 0,18-8 0,0 0 0</inkml:trace>
  <inkml:trace contextRef="#ctx0" brushRef="#br0" timeOffset="12203">23477 2659 24575,'38'17'0,"-10"0"0,-23-17 0,29 23 0,-3-10 0,12 11 0,-7-7 0,9 5 0,2 0 0,-5-3-1906,5 4 1,3 0 1905,-10-4 0,8 3 0,5 2 0,-1 0 0,-4-2 0,-8-3-2395,5 3 0,-1 0 2395,1-3 0,6 3 0,4 2 0,2 0 0,-12-4 0,4 1 0,1 1 0,1 0 0,-1-1 0,-2 0 0,-4-2 0,7 2 0,-5-2 0,-1 0 0,7 2 0,-4 0 0,9 3 0,3 2 0,-1 0 0,-4-2 0,-8-4 0,-13-5 0,10 4 0,-15-3 0,-1 5 0,0 15 0,-1 6 0,5 3 0,0 2 0,-9-13 0,-1 1 0,-1-3-1304,3 5 0,-4-7 1304,-7-13 0,-11-10 1602,17 22 0,6 6-1602,-7-9-1378,2 5 1,6 7 0,-6-8 1377,-6-10 0,4 5 0,-3-3 0,-10-13 0,11 15 0,5 8 2066,0 6 0,0 1-2066,3-2 0,-1 0 610,1 4 1,-3-4-611,-3-9 6784,-3-4-6784,1 4 0,-9-5 0,4-7 0,-10-5 0,2-11 0,-3 3 0</inkml:trace>
  <inkml:trace contextRef="#ctx0" brushRef="#br0" timeOffset="14683">21256 4227 24575,'-21'-14'0,"-27"-11"0,13 14 0,-5 1 0,-2 3 0,-3 0 0,3 0-2693,-3-2 0,0 1 2693,-10 5 0,5 3 0,12 0 0,-1 0 0,-9 0 0,6 0-1911,11 0 0,-1 0 1911,-12 1 0,-7 0 0,-4-3 0,2-2 0,-4-4 0,0 1 0,8 2-1187,-2 2 1,-1 0 1186,2-3 0,-8-2 0,1 0 0,10 2 0,8 3 0,9 0 0,-4-4 0,-8 4 0,6 0 0,28 0 1467,-4 9-1467,20 0 3561,5 4-3561,1 2 6553,-7-2-6553,5 13 0,-5-5 0,2 10 0,2 1 0,1 3 0,2 8 0,4 10 0,-2-4 0,-4-8 0,1 3 0,-1 6 0,2 8 0,1 2 0,-1-7 0,-1-11 0,-1-4 0,4 3-500,0 1 1,3 5 0,1 1 0,1-1 0,0-5 499,7 4 0,1-4 0,1-1-1521,0 4 0,1-1 1,-1-3 1520,4 0 0,-5-7 0,-14-10 0,16 8 0,8 4 0,-8-10 0,2 1 0,0-1 0,13 12 0,1-2 0,-1-2 0,-5-7 0,-9-13 1862,-2-16-1862,17-6 0,3-2 0,-2-2 0,-4 3 0,7-2 0,-13 3 4067,-16 6-4067,10-3 0,6 2-3205,-3 1 0,-4 2 3205,3-2-1429,15 1 0,13-2 0,-13 3 1429,-18 1-956,17-1 1,13-1 0,-17 1 955,-27 3-846,17-2 0,-3 1 846,-21 1 835,24 0 1,5 0-836,-3 0 1428,-6 0 1,2 0-1429,9-1 0,-6-1 2994,-16 1-2994,17 0 0,-2 0 1617,-22 1-1617,6-3-1918,18 1 1,1 0 1917,-14-1 0,16 0 0,4 0-691,1 0 691,-9-4 0,9 4 0,-27 0 958,10 3-958,-11 0 3023,24 0-3023,-25 0 0,15 3 0,3 0 0,-6-2 3142,12 3 1,2-2-3143,6-11 0,4 1 0,-4-10 0,-26 8 1505,8-5-1505,-18 8 0,9-5 0,-12 5 0,9-5 0,-12 5 0,20-21 0,-21 16 0,13-13 0,-9-1 0,-14-10 0,-8-11 0,-1-2 0,4 7 0,-1-2 0,0-1 0,-1 0 0,0 2 0,-1 0 0,-1 1 0,0 0-2262,-7-15 1,-1 1 0,5 14 2261,6 15 0,-8-10 0,10 15 0,0 4 0,-10-17 0,8 17 0,-20-20 6784,13 16-6784,-4 2 0,0 1 0,5 7 0,-16-6 0,-5 0-6784,-12 1 6784,21 6 0,0 0 0,-21-6-881,3 7 881,4 3 0,-6-2 0,14 6 0,2 1 0,-1 0 0,8 0 0,-4-1 0,-11 1 0,-6 2 0,6-1 0,-11 0 2115,3 0 1,-10 0 0,5 1-2116,10-1 0,3 2 0,-6-1 0,2 0 0,9 0 0,4 0 1318,-6 0-1318,2 0 0,16-3 0,-12 2 0,2 0 0,2-1 0,6 2 0,-29 0 0,34 0 0,10 0 0,-3 0 0,7 0 0,1 0 0</inkml:trace>
  <inkml:trace contextRef="#ctx0" brushRef="#br0" timeOffset="17174">25591 4455 24575,'-30'-2'0,"1"-1"0,-13-2 0,-6-3 0,1 0 0,5 2 0,0 0 0,-1-1-1317,-1-1 1,0 1 0,-3-1 1316,-3 0 0,-3 0 0,0 1 0,8 1-3074,-2 2 0,1-1 3074,4 0 0,-6-2 0,1 1 0,8 1 804,8 1 0,1 1-804,-12 0 0,-4 2 0,4-2 0,6-1 0,-1 0-993,-6 2 0,-8 0 0,1 1 0,11 0 993,-8-2 453,-2 3 0,9 3-453,35 0 4421,-22 3-4421,48 6 350,-12-4-350,5 3 6784,-12 7-6784,2-9-6784,8 35 6784,-8-30 0,7 18 0,0 8 0,-4-8 0,-2-1 0,3-2 0,0 1 0,-1 27 0,-3-6-1244,-3-29 1244,0 18 0,1 6 0,-2-4 0,0-1 0,0-5 0,0 0 3084,-1 4 0,2 2-3084,5 17 0,1-7-6168,0-25 6168,-3 14 0,6 7-1375,15-8 0,7 1 0,-5-7 1375,-1-1-734,4 8 0,7 8 0,-10-15 734,-16-26 0,28 23 0,-12-7 0,7 0 3034,-8-2-3034,-19-18 4537,19 13-4537,-16-11 6784,12 7-6784,13-1 0,-11-1 0,12 2 0,14 0 0,-32-8 0,19-1 0,18 0 0,2 0 0,-12-1-6784,4 1 6784,-1-1 0,10-1 0,-4-4 0,5-12 0,-11-2-2219,-12 3 2219,8-1 0,10-3 0,-8 0-1901,-14 0 0,-3 2 1901,-1 2 0,0 1 0,20-16 0,-15 16 0,5 3 0,7 1 0,3 3 0,5 0 0,-2 1 0,4-2 0,-1 1 0,-8 4 0,1 1 0,3 1 0,4 1 0,3 2 0,3 0 61,-13 0 0,2 0 0,2 1 0,1-1 0,3 1-61,-6-1 0,1-1 0,3 1 0,0 0 0,0 0 0,0 0 0,-2 0 0,6 1 0,1 0 0,-1 0 0,-1-1 0,-1 1 0,-2-1 0,0-1 0,0 0 0,-2 0 0,-3-1 0,-4 0 0,3 0 0,-4 0 0,-4 0 0,6-2 0,-11 0-2441,-20 0 2441,14 0 998,4 0 0,1 0-998,1 0 556,-2 0 1,2 0-557,17-6 0,-29-7 0,16 2 4283,-23-4-4283,-12 9 5700,0-9-5700,-3-10 924,-3-1 1,-2-6-925,-8-10 0,-3-6 0,2 4 0,6 8 0,-2-2 0,-5-2 0,-5-8 0,0 0 0,2 5 0,-2-7 0,1 4 0,-1-2 0,1 1 0,1 4 0,5 10 0,7 21 0,5 4 0,-8-4 0,6 9 0,-17-3 0,7 3 0,-39-12 0,24 4 0,-11-5 0,7 4 0,-11-3 0,5 6 0,-11-2 0,-7-1 0,-5 0 0,-2 0 0,3 0 0,4 1 0,9 1-1696,0-2 0,8 1 0,-1 0 0,-9 0 1696,4 1 0,-6-1 0,-5 0 0,-3 0 0,-2-1 0,0 2 0,1 0 0,3 1 0,4 2 0,-4 0 0,4 2 0,3 1 0,-2 1 0,-2 0 0,-5 1-413,10 1 1,-3 0-1,-2 1 1,-3 0-1,-1 1 1,-1 0 0,0-1-1,1 1 1,2-1-1,2 0 1,2 0 412,-3-2 0,3 0 0,2 0 0,0 0 0,1-1 0,0 1 0,-2 1 0,-1 0-338,-4 2 1,-6 0 0,-3 1 0,-1 0 0,3 1 0,4-1 0,9 1 0,10-2 0,14 0 337,5 0 0,-23 2 0,30 0 3034,6 0-3034,-7 3 0,11-2 0,-2-2 0</inkml:trace>
  <inkml:trace contextRef="#ctx0" brushRef="#br0" timeOffset="19518">29668 1341 24575,'-3'2'0,"-11"10"0,5 2 0,-23 24 0,0 3 0,-2 2 0,13-17 0,0 1 0,-7 6 0,-3 5 0,4-4 0,8-8 0,3 0 0,-8 8 0,1 1 0,6-1 0,2-3 0,-3 8 0,-3 13 0,16-38 0,-9 17 0,13-21 0,-2-3 0,3-2 0</inkml:trace>
  <inkml:trace contextRef="#ctx0" brushRef="#br0" timeOffset="20245">29133 2496 24575,'12'-7'0,"-2"4"0,18-17 0,-3 5 0,4-5 0,3-1 0,7-2 0,-5 6 0,5 0 0,5-2-1418,1 1 1,8-3 0,4-1 0,0 0 0,-1 0 0,-6 3 1417,-1-1 0,-5 3 0,0-1 0,5 0 0,1 0 0,7-2 0,2 0 0,-2 1 0,-8 3 0,-13 4 1719,8-2-1719,-8 0 0,11-5 0,1-2 0,-9 4 0,-7 1 0,-2 0 0,7-1 0,4-1 0,-1-1 0,12-8 0,-4 4 0,7 7 0,-17-2 0,-1 0 0,2 9 0,-38 6 0,1 3 0</inkml:trace>
  <inkml:trace contextRef="#ctx0" brushRef="#br0" timeOffset="21467">31250 2300 24575,'-37'-9'0,"0"-1"0,-15-5 0,0 3 0,15 5 0,7 0 0,-2 5 0,5 2 0,5 0 0,-10 3 0,0 2 0,8 0 0,-21 11 0,-1 4 0,20-5 0,-14 11 0,2 2 0,15-5-5584,-7 5 5584,21-14 0,6-11-4934,-14 36 4934,10-24-92,0 16 1,-1 17 0,1 5 0,5-8 91,8 4 0,3-1 0,-10 4 0,-3 4 0,7-6 0,13-3 0,1-12 0,-14-24 0,16 17 0,-14-21-146,20 16 146,-12-11 3542,30 20-3542,9-19 0,2-3 0,-2 7 0,-14-11 0,10-2 0,2-4 0,-3-5 0,4-12 0,-1-8 0,0 0 0,-8 9 0,0 1 0,1-1 0,-3-1 0,9-7 0,-2-2 0,-4-2-879,-2-5 1,-2-1 0,-10 5 878,-6 4 80,7-5 0,-1-1-80,-15 3 0,-12 17 0,9-46 5209,-16 20-5209,0 3 0,-3-2 0,-15-13 0,0 8 4753,-15 6-4753,13 17 0,-3 1 0,-4-2 0,-2 1 0,4 3 0,-2 2 0,-6-2 0,1 4 0,-12-1 0,-6 0-6784,6 1 6784,33 9-3,-24-9 3,24 7 0,-34-5 0,26 3 0,-11 2 0,2 1 0,17 3 0,-16 0 0,21 0 6783,-1 0-6783,6 0 4,-3 6-4,-1-2 0,0 5 0,1 0 0,6-2 0,-3 5 0,5-6 0,-2 1 0,3-5 0</inkml:trace>
  <inkml:trace contextRef="#ctx0" brushRef="#br0" timeOffset="25389">18078 1872 24575,'0'7'0,"8"24"-9831,-3-8 8341,7 11 412,0-3 1,1-3 1077,-5-12-440,8 15 1,-1-3 439,-10-19-1015,13 23 1,3 3 1014,-8-16 641,11 21 1,9 16-1,-2-4-641,-2-9 0,0 1 0,-7-8 0,2 3 0,0 1 0,-2-6 885,5 5 1,-4-5-886,-6-8 0,-3-1 0,10 19 0,-11-21 1263,4 16 1,0 0-1264,-6-15 0,6 18 0,1 1 0,1-7 0,5 14 0,1 0 0,-2-9 90,-8-13 0,3 3-90,10 5 0,6 2 0,-4-7 0,1 1 0,4 5 0,6 9 0,-10-12 1632,-14-20-1632,10 16 0,-1-1 6008,-13-15-6008,21 23 2342,-44-40-2342,-33-6-1039,16-3 1039,-1 5 0,-1 0-6440,-25-8 6440,23 7 0,-6-1 0,4 2 0,20 3 0,-20-4 0,0 1-471,16 1 471,-37-9 0,21-8 0,12 13 669,-11-13-669,-2-3 0,-1-2 0,-8-5 3269,18 13 0,0-1-3269,-14-12 0,5 0 0,10 9 0,2 1 0,6-2 0,-2 1 0,1 0 0,5 5 0,-3-7 0,10 11 743,1 7-743,3-1 0,-1 9 0,30 26 0,-5-1 0,4 2 0,2 2 0,-4-1 0,1 2 0,2-2 0,3 3 0,0 1 0,4 3 0,2 0 0,-1-1 0,-4-5 0,-1-2 0,3 1 0,10 5 0,2 2 0,-6-8 0,8 1 0,-16-11 0,-1-1 0,0-2 0,-20-11 0,16 7 0,2-1 0,-15-7 0,22 7 0,-32-12 0,1 2 0,-1-2 0,2-2 0,3 1 0,11-25 0,-7 15 0,12-24 0,-17-10 0,1 10 0,-5-2 0,-2 1 0,-2 13 0,6-22 0,-1 12 0,1-6 0,0 3 0,3-1 0,0-1-2262,2-10 1,1-5 0,-2 10 2261,5-7 0,4 11 0,-18 39 0,5-5 0,-6 28 0,0-8 0,0 9 0,0-15 0,0-3 0</inkml:trace>
  <inkml:trace contextRef="#ctx0" brushRef="#br0" timeOffset="27650">27592 2233 24575,'0'32'0,"0"-10"0,0-8-2142,0-7 2142,0-1 0,0 0 344,1 18 0,1 12-344,-1 9 0,2 9 0,-1-4 0,1 7 0,1 1-103,-1-11 0,0 5 0,0 0 0,0-6 103,0 5 0,0-5-3083,2 0 0,-1-3 3083,-2-10 0,0-1-286,2 4 1,0-2 285,0-2-1967,1 20 0,-1 0 1967,0-21 0,-1-1 0,-1 1-2413,2 14 2413,-1-19 951,-2 23 1,-2 0-952,-2-27 281,-1 20 1,-1-2-282,-2-24 1980,-5 22 0,-2 6-1980,-2-12 0,-1 0 0,1 7 0,0-1 0,-10 12 0,17-39 0,6-5 1346,-23 28-1346,12-12 0,-10 14 394,16-25-394,-1-25 0,-16-29 0,5 8 0,-3-7 0,3 3 0,2 2 0,1 1 3392,-11-14 0,2 3-3392,3-2 0,9 20 0,-9-14 0,1-10 0,4 2-2435,7 23 2435,-8-21 0,1-3-5978,9 10 5978,1 19-1999,-2-23 1,0 2 1998,5 25 0,-3-21 0,2 12 0,5 38 0,4 11 0,1 11 1089,2 4-1089,2-8 0,-4-15 4537,8 24-4537,3-8 0,-4-2 6784,4-3-6784,-3-4 0,-5-11 0,19 33 0,-17-27 0,4 9 0,0 6 0,-1 6 0,0 3 0,3 5 0,0 3 0,-3-8 0,1 2 0,-1-4 0,-1-5 0,-2-1 0,2 18 0,-3-6-6784,-3-28 6784,1 37 0,-1-34 0,-1-9 0,5 6 0,-2-16 0,18-28 0,-14 17 0,15-19 0,4-5 0,-5 3 0,2 2 0,7-5 0,-3 3-2269,-6 7 1,-1 2 2268,6-6 0,1 0-471,2 7 0,-5 4 471,-13 7 2035,9-3 0,3-2-2035,12-6 0,-12 9 0,16-11 0,-1-1 0,-13 10 0,10-6 0,-1 1 0,-15 10 0,6-4 0,8 3 0,-25 4 1521,22-1 1,-30 6 0,2 3 0</inkml:trace>
  <inkml:trace contextRef="#ctx0" brushRef="#br0" timeOffset="76581">16345 4155 24575,'41'18'0,"0"0"0,0 0 0,0-4 0,5 1 0,-3-3 0,-7-2 0,20 1 0,-15-5 0,3 0 0,-3-2 0,-6-1 0,-9 0 0,9 0 0,2-1 0,19 6 0,-18-3 0,14 4 0,-17-3 0,-3-1-1082,-15 0 1082,18 1 0,-3-1 0,-19-1 0,25 1 0,4 1-1783,-16-1 1783,15 1 0,-2-1 0,-24-4 0,27 4 0,2 1 982,-16-4-982,9 1 0,14 1 0,2 0 0,-8-1 0,-8-1 0,-1 0 0,9 0 0,4 0 0,-5 0 0,-6 2 0,-7 1 0,-7-1 1883,7 2-1883,0 5 0,1-3 0,1 4 0,-8-6 0,-2-3 0,-13-3 0,16 0 0,-19 0 0,5 0 0,-3-3 0,1 0 0,-1-1 0,-6-7 0,0 6 0,-6-7 0,0 9 0,-3 0 0,-26-39 0,19 29 0,-16-28 0,-4-3 0,5 20 0,10 0 0,-4 0 0,-16-1 0,2 4 0,14 10 0,-15-11 0,8 8 0,33 27 0,-10-10 0,25 17 0,-17-13-6784,34 24 6784,-26-19 0,26 25-4537,0 1 4537,-18-15-1517,5 0 0,-4-2 1517,-13-12-1015,19 14 1,2 1 1014,-13-12 1014,9 9 1,4 2-1015,11 10 0,-13-6 0,3 0 0,-2-2 0,-7-6 3034,5 9-3034,-18-18 4537,-29 33-4537,6-23 0,-14 6 0,-2-1 0,-2-7 0,-9 0 0,-3 0 0,1 3 0,14-9 0,2-1 0,6 1 0,13-9-913,-19 9 1,-11 7-1,4-3 913,9-6 0,-3 2-726,-12 3 0,-12 4 0,-5 1 0,4-1 0,11-4 726,10-2 0,0-1 0,-12 2 0,-11 3 0,3-1 0,17-5-151,14-4 151,-19 7 0,-15 4 0,12-4 0,14-4 0,-14 4 0,-11 5 0,15-5 3555,22-4-3555,-24 8 0,11 0 0,34-13 0,-25 11 2682,40-19-2682,-12 0 0,-1 3 0,0 0 0</inkml:trace>
  <inkml:trace contextRef="#ctx0" brushRef="#br0" timeOffset="78962">20550 4534 24575,'-6'43'0,"2"-16"0,-1 22 0,4-29 0,-4 32 0,1-10 0,1 0-8503,0 5 8503,3-29 1719,0 5-1719,0-2 0,0-9 0,0 8 0,0-11 0,0-5 0,0 2 0</inkml:trace>
  <inkml:trace contextRef="#ctx0" brushRef="#br0" timeOffset="79611">20709 5042 24575,'31'-16'0,"-4"-2"0,-1-2 0,7-4-4916,4-9 1,-1-1 3425,-11 11 771,15-6 1,12-6 0,-11 9 718,-11 10 706,15-5 0,13-5 0,-8 6-706,-20 12 0,-2 1 0,19-7 0,2-3 0,-13 3 0,-4-3 0,-7-6 0,-4 0 0,2-1 0,-12-4 0</inkml:trace>
  <inkml:trace contextRef="#ctx0" brushRef="#br0" timeOffset="80508">21597 4762 24575,'-12'7'0,"-12"-2"0,6-7 0,-26 1 0,18-2 0,-5 3 0,-20 6 0,25 1 0,-10 2 0,1 2 0,8 4-6784,-8 25 6784,28-23 0,2 15 0,5-22 0,0 4 0,19 21 0,6-11 0,2-1-4537,7 15 4537,-10-20 0,2-3 3404,27 2-3404,-26-7 0,8-3 0,10 0 0,-7-4 0,9-14-595,-9 9 1,-4-3 594,-10-18 0,-10-2 0,-1-2 0,9-13 0,2-11 0,-3-1 0,-6 6 2817,-6 18 0,-2 0-2817,-4-15 0,-2 28 1534,2-17-1534,-6 25 0,-6 4 0,-2 3 1938,-18-5-1938,13 1 0,-8-3 0,-19 5 0,23-1 0,-13 1 0,0 0 0,12-1 0,-20 3 0,33 3 0,-3 12-1696,11-4 0,0 1 0,0-6 0</inkml:trace>
  <inkml:trace contextRef="#ctx0" brushRef="#br0" timeOffset="82388">21413 5409 24575,'-6'-1'0,"-4"2"0,-14 8 0,3-3 0,-15 6 0,21-5 0,-5-1 0,-4 3 0,11-5 0,-30 16 0,23-8 0,-18 22 0,23-24 0,-2 18 0,-1 7 0,9-10 0,3 15 0,3 0 0,7-16-3392,8 9 0,2-3 3392,-3-18 0,13 8 0,0-6 0,1-2 0,6 0 0,-13-7 0,-1-5 0,-6 0 6784,18-5-6784,-14 1 0,28-11 0,-28 7-3645,13-1 3645,-25 4 0,14-10 0,-5 0 0,4-4 0,3-9 0,-14 20 0,10-17 0,-3 1-3139,-5 7 3139,5-9 0,-3-9 0,-8 12 0,1-14 0,-16 16 0,-11 11 0,0 3 0,-25 2 0,24 4 0,-22-4 0,27 4 0,-28-7 0,33 3 6784,-18-1-6784,22 3 0,2 3 0,-3 0 0,4 3 0,-9 14 0,9-7 0,-5 10 0,8-17 0,0 11 0,-1-8 0,-2 17 0,5-7 0,1 1 0,6 3 0,3-10 0,10 5 0,-3-5 0,16 2 0,-16-8 0,28 2 0,4-1 0,-11-7 0,17 4 0,1-4 0,-9-17 0,-7 8 0,-22-10 0,-16 17 0,-6-2 0</inkml:trace>
  <inkml:trace contextRef="#ctx0" brushRef="#br0" timeOffset="83293">21118 5682 24575,'1'2'0,"1"0"0,-16 20 0,11-12 0,-11 10 0,11-16 0,-17 15 0,7-9 0,-11 9 0,-1 2 0,3-2 0,-13 11 0,12-10 0,3 0 0,0 1 0,-21 14 0,12-6 0,1-2 0,-3-1 0,4 0 0,-3 3 0,-13 3 0,3-5 0,12-7 0,-4 0 0,-11 5 0,-2 1 0,5-5 0,-3-2 0,1-1-2262,5-2 1,-3 2 0,4-2 2261,0-1 0,2-1-1094,3-6 0,3-1 1094,-6 5-3812,-19 5 3812,38-14 0,-11 8 0,-4 3 0,-14 5 0,12-4 0,-2 1 0,-2 4 0,6-2 0,13-7 0,-31 19-1571,3-6 1571,21-7 0,-19 6 0,1-1 0,26-14-1015,-13 5 1,4-1 1014,20-9 2029,-6 1-2029,-29 12 0,8-4 0,-15 4 3034,18-5-3034,19-7 4537,19-9-4537,24-14 0,-3 3 0,18-10 0,-37 22-1135,24-10 1,-25 11 0,10-5 0</inkml:trace>
  <inkml:trace contextRef="#ctx0" brushRef="#br0" timeOffset="84530">21292 5706 24575,'24'31'0,"7"6"0,-12-16 0,11 10 0,-24-22 0,6 5 0,15 9 0,4 4 0,3 2 0,-6-5 0,-8-7 0,-10-11 0,13 7 0,9 10 0,-17-12 0,18 15 0,12 10 0,-7-5 0,4 6-163,-13-13 0,5 3 0,-2-1 163,5 7 0,1 1-1656,-4-6 1,4 3-1,0 1 1,-2-3 1655,-1 0 0,-2-1 0,3 2 0,6 5 0,5 4 0,-3-1 0,-10-9-4429,3 4 4429,5 6 0,-25-21 0,10 6 0,5 5-1408,1 3 1,0 1 1407,2-3 0,1 2 0,7 12 0,-8-8 0,-26-26 1517,12 13 0,0-1-1517,-9-10 0,3 6 0,-6-12 0,-9-3 0</inkml:trace>
  <inkml:trace contextRef="#ctx0" brushRef="#br0" timeOffset="90473">19625 6697 24575,'-6'-4'0,"-24"-3"0,-5 0 0,14 4 0,-20-4 0,-14-4 0,12 3-3005,19 4 3005,-29-7 0,5 0-4735,37 9 4735,-16-5-450,-17 2 0,-9 2 450,11 2 0,-2 1 0,-1-1-360,0-1 0,-2-1 1,-2 2 359,-2 3 0,-4 1 0,2 1 0,12 0-616,-7 2 616,-1 0 0,-12 0-93,19-5 1,-8 0-1,-2-1 1,4 0-1,6 0 93,-3 1 0,0-1 147,2 1 0,-10-1 1,-2 1-1,7 0 1,15-1-148,7 0 0,15 0 1044,-21 0-1044,-7 5 0,4-3-2304,-6 6 2304,27-7 4537,-1 35-4537,9 11-1532,2-2 1532,3-16 0,0 2-560,-2 3 0,0-1 560,2 24 0,-1-15 0,0 6 0,0-8 0,2 1-510,0-6 0,0-2 510,3-10 0,0-13-1239,7 32 1,2 3 1238,-2-22-663,1 14 1,2 10-1,-2-11 663,-4-17 1119,6 19 0,-2-1-1119,-8-20 794,8 7-794,-8 4 0,0-18 0,3 13 4255,0-3-4255,1-13 6363,2 7-6363,6-9 0,-4 2 0,4 0 1271,-6-2-1271,3 1 0,-2-5 0,19 10-6784,-8-9 6784,4 3 0,-10-5-924,17 1 1,5 1 923,17 1-982,-13 1 1,10 0 0,0 1 0,-8-1 981,-9-1 0,-1 0 0,15 1 0,5 1 0,-12-1-252,-17 0 252,20-1 0,14 0 0,-10-1 1648,-1 4-1648,-1-3 0,9-1 0,-15 0 0,-23-2 0,18 1 0,14 0 0,-6 0 0,11-1-1058,4 2 0,-3-1 1058,-27-1 671,21 1 1,3 1-672,-9-1-389,-1-2 0,8 0 0,-11 0 389,-9-1 1705,5-3-1705,-5-1 0,-2 0 0,-10 1 4500,36-7-4500,-34 4 0,22-5 0,-13 2-2135,16-1 2135,-38 9 1123,24-3 0,8 1-1123,-8 2 0,0 0-685,7-3 0,-1 0 685,16 4 0,-45 2 0,28-3 6106,-21 2-6106,17-4 0,-23 4 0,3-7 2048,-5 3-2048,8-9 0,-3-2 0,-4 2 0,11-21 0,-10-1 0,6-10 0,-6 6 0,-1 0 0,0-2-6784,4-12 6784,-9 34-633,1-11 0,0-1 633,1-5 0,-1 5 0,1-2 0,6-22 0,-6 32 0,4-21 0,2-2 0,3 9 0,-2-6 0,0 1 0,2 9 0,-3-5 0,-8 10 6156,-3 19-6156,3-10 1894,-11 17-1894,-25 5 0,0 3 0,-5-2 0,2 0 0,7 0 0,-28-3 0,47 0 0,-33-5 0,-10-2 0,18 1 0,1 0 0,-10 0 0,-2-1 0,6-1 0,-2-1 0,7 1-6784,-7-1 6784,5 1 0,-2-1-2269,3 1 1,7 2 2268,13 4-1517,-15-4 0,2 1 1517,19 4-2029,-38-4 2029,35 4 2029,-24-2-2029,21 3 3034,5 0-3034,-9 3 0,4 3 0,2-2 0,2 2 0,9-6 0</inkml:trace>
  <inkml:trace contextRef="#ctx0" brushRef="#br0" timeOffset="92602">22134 6840 24575,'0'29'0,"0"-17"0,0 24 0,3 6 0,-2-9 0,4 9 0,-1 14-746,-1-40 746,3 40-3269,-6-23 1,0-3 3268,3 3-82,-3 5 0,-2 12 0,0 3 0,1-8 82,-1 2 0,-1-1 0,1 7 0,0 4 0,0-6 0,-1-9 0,0-7 0,0 2 0,-1 5 0,2-20 486,2 4-486,0-20 6616,16 14-6616,-6-5 0,22 6 0,4-1 0,-7-3 254,-4-5 1,5-1-255,19-6 0,2-5 0,-13-1 0,1 0 0,-1 2 0,2 0 0,1-1 0,3-2 0,2 0 0,-4-1-534,-1 1 1,1 0 533,0 1 0,7-1 0,2 1 0,1 1-1287,-4 0 1,2 1 0,1 1 0,-2-1 0,-3 0 1286,9 0 0,-3-1 0,2 1 0,-3 1 0,3 2 0,-1-1 0,-4-1-76,-6 0 1,-4-1 0,0 0 75,3 0 0,1 0 0,-1 0 0,0-1 0,0 0 0,-3 0 0,2 0 0,-11-1 0,-21-1 701,-5-1-701,-2-9 0,-2-2 0,0-2 6666,3-10-6666,-2 13 357,4-10-357,2-10 0,-3 19 0,4-26-6784,0-6 6784,-4 16-1513,1-7 1,1-9 0,-2 9 1512,-2 9-1517,3-17 0,-2 6 1517,-3 32-366,4-25 0,3-17 0,-1 7 366,-2-4 647,4 1 0,2-9 1,-3 13-648,-5 17 3395,6-6-3395,-5 23 0,-2-4 5133,2-4-5133,-1-3 3385,-1-1-3385,2-1 0,-3 12 1486,0-7-1486,-23 5 0,15 3 56,-20 2 0,-15 2-56,0 2 0,-12 0 0,-5 2 0,3-1 0,8 0-1044,-7-1 1,-3 0 1043,17 0 0,-8 2 0,-6-1 0,-4 0 0,0 1 0,2-1 0,5 1 0,8-1-2031,-13 1 0,9-1 0,-3 0 2031,2 1 0,-4 0 0,1-1 0,4 1 0,-4-2 0,2 0 0,16 0 0,17 0 0,-28-3 0,-8-1 0,14 4 0,1 0 0,-10-3 0,2 1-2037,12 3 0,8 0 2037,12 0 766,-30 11-766,29-5 2227,-12 1 0,-4 0-2227,-17-1 0,8-2-4454,-7-2 4454,31-2 0,10 0 0,-36-7 0,-7-2 0,22 5 83,-21-6 1,5 3-84,35 7 0,5 0 0,-1 0 0</inkml:trace>
  <inkml:trace contextRef="#ctx0" brushRef="#br0" timeOffset="97767">14426 7273 24575,'44'18'0,"-11"-7"0,1-5 0,9-2 0,-4-2-4916,-3-1 1,-1-2 4170,10 1 0,3-1 745,-1-1 0,3-2 0,-5 1-394,-9 2 1,0 0 393,10-2 0,7-2 0,-9 2 0,8 2 0,-9-1 0,7-1 0,-10 1 0,-6 1 0,5 0 0,13 0 0,-1-1 0,-15 1 0,-12 0 0,28 0 0,-4-1 2098,-36 2-2098,33 4 0,11 1 0,-16-2 0,0 1-1734,12 3 0,0-1 1734,-14-3 0,-2 0 0,2-1 0,-4-1 0,-5-1-439,9 0 1,-4 0 438,-21 0-1015,21-2 1,2 1 1014,-15 0 0,16-2 0,-4 1 0,-23 1 0,25-3 0,4-1 0,-20 4 0,21-3 0,-3 0 0,-27 3 717,31-1 1,5 1-718,-9 1 0,18 3 0,0 0 0,-26-2 0,19 7 0,-10-1 0,-19-3 2739,23 4-2739,-7-7 889,-16 1-889,18-2 0,-31 0 4537,3 0-4537,0 0 6784,-2 0-6784,-1-2 0,0 1 0,-3-2 0,4 0 0,2 3 0,3-12 0,-2 8 0,2-6 0,-3-4 0,-5 9 0,5-10 0,-9 1 0,3 5 0,-3-6 0,0 9 0,-6-17 0,-3-1 0,-2-9-6784,-15-11 6784,17 30 0,-11-12 0,-3-1 0,-11 3-898,2-11 898,-1 14 0,-7 13 0,-1 2 0,-1 0-1413,2 4 0,-7-1 0,10 3 1413,10 1 0,-20 12 0,1 2 0,28-10 0,-13 7 0,0 4 0,3 4 0,8-1 0,-3 5 600,29-1-600,35 4 0,9 0 0,-5 5 0,-2-12 0,14 2 0,0 0 0,-11-6 0,-17-8 0,0 0 0,23 6 0,10 4 0,-11-5 0,0-4 0,1 5 0,-2 0 3506,-11-5-3506,-3 1 0,-4 0 1275,-19-6-1275,13 2 0,-19-4 0,20 6 0,8 3 0,0 1 0,0 0 0,2-2 0,-2 2 0,12 12 0,-68-5 0,7-4 1134,-20 8-1134,-11 9 0,2-6 5406,-4 5-5406,2-2 0,1-1 0,3-7-1422,5-1 1,-10 6 0,-2 1 0,6-5 1421,3-3 0,-4-1 0,0-3 0,-9 3 0,-5 1 0,3-1 0,9-4 0,-5 3 0,0-1 0,6-4 0,-8 1 0,-2 0 0,3-1 0,10-1 0,3 2 0,3 0-424,-12 2 1,-5 1 0,11-3 423,11 3 0,-9 1 0,40-14 0,1-3 0</inkml:trace>
  <inkml:trace contextRef="#ctx0" brushRef="#br0" timeOffset="119115">18030 7124 24575,'-1'-32'0,"-9"15"0,35-15 0,-12 25 0,-2-5 0,28 0 0,-18 4 0,14-1 0,2 1 0,-4 0 0,1 2 0,0 0 0,-11 3 0,9 0 0,-19 6 0,4 11 0,-3 1-6784,13 23 6784,-16-22 0,9 18 0,-8 5 0,2 2-1513,-5-4 1,0 7 0,-1-6 1512,1 7 0,0 1 0,-4-3 0,-11-19 0,2-5 4537,-16 18-4537,5-22 0,-15 17 0,13-18 6784,-13 15-6784,16-17 0,-19 5 0,21-13 0,-36-10 0,34 4 0,-23-9 0,16 2 0,9 1 0,-9-7 0,9-8 0,5 4 0,-5-25 0,8 19 0,4-1 0,9-2 0,7 19 0,15-18 0,-13 19 0,10 0 0,-20 8 0,18-3 0,-14 2 0,17-1 0,-18 2 0,15 8-6784,-17-3 6784,8 4 0,-14-4 0,17 15 0,-8 7 0,-1 4 0,11 11-2269,-9-1 1,-4-4 2268,-9-17 0,2 9 0,-1 0 0,2-9 4537,-2 26-4537,1-38 0,1 0 0,-2-14 0,7-6 0,-6 7 0,3-4 0</inkml:trace>
  <inkml:trace contextRef="#ctx0" brushRef="#br0" timeOffset="119954">18446 7813 24575,'30'-11'0,"-1"-3"0,-18 10 0,0-2 0,4-8 0,-4 8 0,21-20 0,15 2 0,2 0-3178,-6-3 3178,10-1 0,-8 5 0,-37 18 0,20-14 0,3-1-1480,-11 12 1480,12-13 0,-2 0 0,-19 16 0,16-13 0,0-1 2518,-12 7-2518,13-7 0,0 1-4675,-16 9 4675,9-5-242,8-6 0,1 0 242,-1-3 0,1 2 0,2 0 0,-6 0 0,-4 2 0,0 1 278,16-12-278,-12-1 4170,-17 23-4170,14-24 2357,-19 24-2357,24-31 0,-22 25 0,16-19 0,5-4 0,-3 5 0,-7 6 0,0-1 0,14-14 0,-19 22 0,17-24 0,-12 20 0,-1-5 0,-5 16 0,-10 10 0,2 2 0</inkml:trace>
  <inkml:trace contextRef="#ctx0" brushRef="#br0" timeOffset="120688">19813 7084 24575,'-5'22'0,"1"-9"0,-13 25 0,-1 3 0,6-10 0,-4 0 0,0 2 0,1 9 0,7-15 0,-7 10 0,6 14 0,2-29 0,2 10 0,1 2 0,-2 4 0,2 16 0,2-24 0,4-1 0,-1-19 0,5-1 0,0-9 0,1-6 0,-1 2 0,-3-2 0</inkml:trace>
  <inkml:trace contextRef="#ctx0" brushRef="#br0" timeOffset="121270">19742 7277 24575,'-27'0'0,"-10"3"0,24 3 0,-8-2-9831,-5 13 8341,16-15 4308,-16 12-2818,-14-2 0,12-4 0,-1 1 0,-26 7-1409,13-2 0,6 0 1409,16-4 0,-8 13 0,3 2 0,17-12 4537,24 26-4537,4-28 0,19-2 0,-28-3 0</inkml:trace>
  <inkml:trace contextRef="#ctx0" brushRef="#br0" timeOffset="121843">19492 7760 24575,'17'-1'0,"-2"2"0,10 3 0,10 4-8503,6-7 8503,-8 5 0,3-6 1642,-12-6-1642,-6 2 0,26-14 0,-25 10 0,7-4 0,-8-2 0,-16 9 0,6-10 0,-12 11 0,2 2 0</inkml:trace>
  <inkml:trace contextRef="#ctx0" brushRef="#br0" timeOffset="125582">18850 7689 24575,'-24'3'0,"-2"14"0,21 4 0,-6 2 0,8 0 0,-4 28 0,4-22 0,2 8 0,5 2 0,19 7-618,-12-8 618,14-4 0,-21-28 0,18 6 0,-11-7 0,25-11 0,-26 2 0,13-18-6579,3-5 6579,-15 9 0,17-16-2625,-10-2 2625,-9 18 0,13-22 0,-17 26 0,-19 1 0,-2 4 5279,-13 12-5279,14 4 4543,9 2-4543,4-2 0,-10-19 0,3 9 0,-5-11 0,10 11 0,-7 0 0,6-1 0,-4 9 0,6 25 0,9-4 0,1-15 0,-1-24 0,-3-14 0,-4 3 0,-7 10 0,4 5 0,-2-5 0,-3 21 0,8-4 0,-4 26 0,1 6 0,4-11 0,0 25 0,9-73 0,-2 0 0,0-9 0,-2-1 0,-2 9 0,-11-30 0,-6 50 0,0-10 0,-3 29 0,7 41 0,6-25 0,1 2 0,-1 2 0,2 0 0,5 0 0,3-8 0,2-13 0,6 6 0,-1-24 0,0 1 0,10-23 0,-14 14 0,11-13 0,-19 19 0,18-33 0,-21 4 0,15-9 0,-22 18 0,-11-4 0,-19 30 0,7-17 0,-1 28 0,19 37-3392,22 0 0,2 1 3392,-11-16 0,1 0 0,10 17 0,5-10-301,3-30 301,-6 1 0,22-12 0,-24 2 0,10-11 0,0-17 0,-16-2 0,10-11-4437,-24 0 4437,3 25 1730,-5-10-1730,6 22 241,-4-13-241,3 11 0,-2-9 0,3 12 0,3 0 0,0 3 0</inkml:trace>
  <inkml:trace contextRef="#ctx0" brushRef="#br0" timeOffset="163267">21771 1098 24575,'-49'-20'0,"9"8"-3277,-1 16 0,-9 6 0,9-1 1787,-2 0 1490,10-4 0,-15 1 0,-10 1 0,-7 1 0,-2 0 0,-1 0 0,5-1 0,7-1 0,12-1 0,0 0 0,9-1 0,-12 0 0,10-1 0,-7 1 0,-6-1 0,-5 1 0,-4 0 0,-3 0 0,-2 1 0,0 0 0,-1 0 0,2 0 0,2 0 0,3 1 0,5 0-240,-7 2 1,1 1-1,2 1 1,2 0 0,0 0-1,1 0 1,0 0 0,1-2-1,-1 0 240,-3-1 0,0-2 0,2-1 0,-1 0 0,1 0 0,0 1 0,-1 1 0,0 3 191,0 1 0,-2 1 1,-3 1-1,1 1 0,0 1 1,4 1-1,5 0 1,5 0-1,8 0-191,-3 9 0,10 1 0,-1-1 0,-8-2 0,-2 0 0,4 1 0,-3 8 0,1 3 0,8-9 0,-1 1 0,5-4 3149,-1 0-3149,-2 2 0,-7 6 0,2-4 0,-1-3 0,4-4 0,-4 7 0,-6-1 0,-3 8 0,17 0 0,2 6 0,0 3 0,0-1 0,-1-1 0,0-1 0,0 1 0,0 0 66,-2 5 0,0 1 1,1-1-1,2-2-66,-2 4 0,4-2 0,6-13 0,10-16 0,-21 30 0,-2 4 0,15-20 0,-5 6 0,-7 12 0,-3 5 0,4-4-226,1 0 0,4-2 1,-1 6 225,9-11 0,-1 5 0,1 3 0,1-1 0,-1-2 0,1-4-1061,-7 13 1,0-6 0,5 2 1060,9 7 0,5 1 0,2-19-2023,1-25 2023,2 10 1297,8 25 1,3 8-1298,1-5 0,0 2 0,-4-12 0,0 4 0,0 0 0,-1-4 494,4 8 1,-2 0-495,-4 4 0,-1 4 0,-3-13 3781,-2-8-3781,2 10 0,0 10 0,-1-14 6183,-2-24-6183,1 18 0,2 12 0,-2-7 0,0 1 336,0-2 1,1 2-337,-2-16 0,1 3 0,7 14 0,4 8 0,3-2 0,2-4 0,3 0 0,-1 0-219,-6 4 1,-1 1 0,11 1 218,3-18 0,9 3 0,5 0 0,2 0 0,0-2 0,-5-5 0,-6-5-1302,6 4 0,1-1 1302,-4-3 0,6 6 0,6 4 0,3 1 0,0-2 0,-3-4 0,-3-7 0,4-4 0,-2-7 0,-1-3 0,-2 2 0,1 6 0,-2 1 0,13-4 0,-14-8 0,8-1 0,7-1 0,6-1 0,2-1 0,1 0 0,0 0 0,-3-1 0,-5-1 0,-6 1 0,-9-1-1902,14 1 1,-11-2 0,10 1 1901,-11-1 0,9 1 0,5-1 0,4 1 0,1-1 0,-1 1 0,-4-1 0,-7 0 0,-8 0-727,5-1 1,-10 0-1,8 0 727,2 0 0,9-1 0,4 0 0,1 0 0,-2 0 0,-7 1-722,1 0 0,-6-1 1,1 1-1,5 0 722,-2 0 0,7-1 0,4 1 0,0-1 0,-4 1 0,-9-1 0,-12 0 360,18-3-360,-14 3 0,14 1 0,4 0 0,-2 0 0,-9 0 0,5-2 0,-1 0 0,-11 1 0,6 1 0,3 0 0,0 0 0,-3 1 0,5 0 0,-2 2 0,-1-1 0,-3 0 0,-4-2 0,-2 1 0,3 0 0,7 2 0,6 1 0,-2 1 0,-8-2 249,-8-3 0,1 1-249,2 4 0,10 2 0,3 1 0,-1 0 0,-7-2 528,-6-1 1,-5-1 0,8 2-529,3 1 0,10 1 0,7 1 0,1 1 0,-2 0 0,-6-2 0,-11-1-803,-4 0 0,-8-1 0,4 0 803,5 0 0,4 2 0,3-1 0,0 0 0,-5-1 0,14 0 0,-3-1 0,-7 0 1606,-8-2 1,3-1-1607,6-1 0,12 0 0,5-1 0,-8-1 0,-16-1 1449,2-5-1449,-4 2 0,13-2 0,-1-1 0,-15 3-1988,-14-1 1988,4-1 0,0 0 0,-5 4 4537,-13-1-4537,33 0 0,4 2-1443,-20 2 1443,18-2 0,12 1 0,-15 3 0,4 1 0,2 1 0,-2 1-1015,-1 0 0,-1 1 1,1 0-1,0-1 1015,5 0 0,1-2 0,2 2 0,3 1 0,-1 2 0,6 2 0,2 1 0,-1 0 0,-8-1 0,-10-3 0,-3-2 0,0-1 0,1 3 0,11 1 0,9 2 0,1 0 0,-2 0 0,-8-1 0,-12-2-920,-5-1 1,2 0 919,-4 0 0,11 0 0,8 2 0,5 0 0,3 1 0,2 0 0,-1 0 0,-3-1 0,-5-1 0,-7-1-353,13 1 1,-10-2 0,2 0-1,9 2 353,-18-3 0,6 1 0,4 1 0,3 1 0,3-1 0,1 1 0,0 0 0,-2-1 0,-2 0 0,-3-1 0,-5-1 0,-7-1 0,17 1 0,-9-2 0,-3-1 0,7 0 0,-6 1 0,3 0 0,4 1 0,0-1 0,-1-1 0,-1 1 0,-5-2 416,12-2 1,-6-2 0,0 0 0,6 4-417,-13 1 0,3 3 0,2 0 0,2 2 0,0 0 0,1 0 0,0 0 0,1 0 0,1 1 0,2 0 0,1 0 0,-1 1 0,-2 0 0,-2 0 0,-3 0 0,7 2 0,-3 0 0,-3 1 0,0 0 0,2 0 0,0 2 0,5 2 0,-1 0 0,-2-2 0,-8-5 0,-11-7-455,-7-14 0,-6-1 455,13 14 0,-2-1 2488,2-30-2488,1 6 0,-1 2 322,-16 5-322,21-10 0,-4 2 4216,-33 19-4216,26-30 0,-15 15 6305,8-14-6305,-4-9 0,-17 17 0,4-11 0,-1-2 0,-5-3 0,2-5 0,-2 12 0,1 1 0,-2-1-1779,2-3 0,0-11 0,0 9 1779,1-1-908,-3 3 1,0-14 0,-2-5-1,1 4 1,-1 13 907,0-13-759,-1 8 1,-2-13-1,0 3 1,1 19 758,-1 20 0,-12-27 0,-4-12 0,8 11 0,1-2 0,-2-2 0,0 2 0,-2-3 0,0 0 0,1 2 848,0-7 1,0 2 0,-1-1-849,1 10 0,-1-2 0,0 3 0,1 5 0,-1 4 0,-2 0 0,-1-4 0,-3-7 0,0 0 0,3 9 0,5 10 0,-2-2 0,-7-8 0,-8-11 0,-6-7 0,0-1 0,3 6 0,8 11 0,-1 1 0,0 1 0,1 0 0,-5-7 0,-2-2 0,0 1 0,4 7 0,-1 1 0,2 5 0,-4 1 0,-5 1 0,-4 1 0,-2 0 0,1-1 0,4-1 0,2 0 0,-2-1 0,-7-1-411,3 6 1,-7-2 0,-5 0-1,0 0 1,3 2 0,4 2-1,8 5 411,-9-5 0,-2 0-213,10 7 0,-8-5 1,-7-2-1,-3-1 0,-1-1 1,2 3-1,6 2 0,8 4 213,-5-1 0,8 5 0,-7-3 172,3 0 0,-6-4 1,-4-1-1,-3-1 1,1 0-1,2 1 1,5 3-173,-1 2 0,3 1 0,1 1 0,3 0 0,1 1 0,-11-6 0,4 1 0,-3-1 0,1 1 0,-4 0 0,2 0 0,8 0 0,-3-4 0,3-1 0,6 7 0,-2-1 0,2 1 0,0-4 0,0 0 0,-10-4 0,-4-1 0,13 8 0,-2 0 0,2 0 0,4 0 0,1 1 0,-1 0 0,-3 1 0,-1 0 0,5 3 867,1-1 0,4 3-867,-15-2 1743,10 0 0,-3-1-1743,-6-2 0,1 0 0,14 4 0,1 0 0,-10-3 0,-4-1 0,-5-2 0,-5-3 0,1 1-798,2 3 0,-1 0 0,1 0 798,1 0 0,-1-1 0,-5 0 0,4 2 0,-7-2 0,-1 1 0,5 1 0,10 2 0,6 3 0,-1-1 71,-4 0 0,-10-3 1,-5-1-1,-4-1 1,1 2-72,13 3 0,-3 0 0,-1 0 0,-1 1 0,0-1 0,-1 1 0,2-1 0,2 2 0,-8-3 0,2 1 0,0 1 0,1-1 0,-1 1 0,-2-1 0,2 1 0,-1-1 0,-2 0 0,0 1 0,2-1 0,3 2 0,2 0 0,-14-2 0,2 1 0,7 2 0,14 3-2811,5 2 2811,-9-3 0,-5-1 1405,4 1 1,0 3-1406,-3 2 0,-1 1 0,9-3 0,-1 0 0,3 1 0,-4 2 0,8 2 0,16-1 0,14 0-377,-28-1 1,-17 0 0,5 0 376,-8 0 0,16-2 0,-14-1 0,-6-2 0,-1-1 0,5 1 0,12 1 0,0 0 0,2-2 0,-3-1 0,-9-2 0,-2 0 0,4 0 0,13 2 0,-8-5 0,-1-2 0,5 1 3645,21 9-3645,-6-8 0,-2-2 0,-15-3 0,-2-3 2694,-8 2-2694,30 12 6784,-19-11-6784,12 7 0,1 2 0,-7-5-6784,-9 3 6784,36 8 0,4 2 0,0-2 0</inkml:trace>
  <inkml:trace contextRef="#ctx0" brushRef="#br0" timeOffset="167618">13180 6481 24575,'9'26'0,"4"-8"0,21-9 0,8-4 0,-12-3 0,3 0 0,14 3 0,9 0 0,3 0-893,-9-2 0,1-1 1,5 1-1,9 1 893,-24 0 0,6 1 0,4 1 0,3 0 0,2 1 0,3 0 0,0 1 0,0-1 0,-1 0 0,-1 0 0,-3 0 0,-3-2 0,-5 0-438,16 1 0,-6-1 0,-4-1 1,1 0-1,2 1 0,7 1 438,-12-1 0,6 2 0,5 0 0,3 1 0,1 0 0,1 0 0,-2 0 0,-3 0 0,-5-2 0,-6 0 0,-8-1 0,-9-2 673,8 0 1,-6-1-674,22-2 0,8 0 0,-16-1 0,-17 0 0,12-2 0,-3-2 0,-19-2 0,14-1 0,-1-2 0,-9-2 0,9 3 0,0 1 0,-13 2 0,6 2 0,3-2 0,0 1 0,-11 3 1571,37-9-1571,-47 10 3280,-1-2-3280,13-5 0,-9 3 0,14-4 0,-26 3 0,0 0 0,-27-12 0,13 0 0,-8-1 0,2-9 0,2 0 0,9 10 0,-11-14 0,-1 2 0,12 21 0,-18-17 0,13 17-6784,-13-8 6784,19 13 0,-14-16 0,13 14-4537,-24-26 4537,22 25 0,-13-9 0,19 18 4537,4 5-4537,26 11-2269,6-5 1,3-1 2268,7 6 2268,-12-10 1,1 1-2269,7 5 0,-3-1 0,-7-3 0,20 11 0,-3 0 0,-25-12 0,3 8 0,-6 1 0,-12-7 0,13 27 0,-14-22 0,1 10 0,-5-6 0,0-8 0,0 6 0,-5 5 0,-19 6 0,7-4-3848,-9 0 3848,16-18 0,4-1 1585,-30 21 1,-7 4-1586,7-6-1079,-4 3 1,-14 9 0,0 0 0,12-10 1078,-3 0 0,-1 3 0,-9 7 0,15-13 0,24-20 0,-26 20 0,-3 3 0,11-11 1701,3 1 0,-1 0-1701,-8 3 0,28-15 0,-14 7 0,23-9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22:16:48.34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22985 1460 24575,'-6'39'0,"1"1"0,0-1 0,0 0 0,0 1 0,-3-1 0,-1 3 0,1-5 0,0-4 0,0 0 0,-6 15 0,0 2 0,1-5 0,2-4 0,-3 6 0,1 1 0,-1 1 0,0-2 0,-2 2 0,-1 3 0,3-9 0,-1 1 0,1-2 0,1 3 0,2-4 0,-1 4 0,3-2 0,-2 8 0,2-3 0,2-5 0,0-2 0,-1-3 0,2-8 0,5-15 0,1-18 0,1 8 0,2-16 0</inkml:trace>
  <inkml:trace contextRef="#ctx0" brushRef="#br0" timeOffset="1392">23042 1417 24575,'0'5'0,"-2"25"0,1-12 0,1 30-8503,12-2 8503,-4-17 0,6 24 0,-7-42 0,-4 7 1719,3-9-1719,11 42-747,-10-34 747,3 12 0,2 4 0,3 6 0,0-9 0,2 3 0,0-3 0,-4-12 0,19 17 0,0 0 0,-15-17 0,14 9 0,-1-2 0,-17-15 0,8-1 0,-4-4 6414,16-15-6414,-5-2 0,1-1-690,11-8 690,-14 5 0,1-5 0,7-20 0,-4-2 0,4-1 0,-9 7 0,4-7 0,-7 9 0,-7 5 1077,3-9-1077,4-12 0,-7 4 0,-2 15 0,-1 0 0,3-5 0,-11 28 0,-2 16 0,-8 26 0,-8 19 0,-1 0 0,3-9 0,0 1 0,-1 4-1189,1-5 1,-1 5 0,0 0 0,0 0 0,1-5 1188,-3 6 0,2-4 0,0-3 0,-2 6 0,1-4 0,4-1 0,2-5-970,1-6 970,0 2 0,0 8-47,3 0 1,1 6 0,-1 3-1,1-3 47,-3 3 0,0-1 0,0 3 0,1 3 0,1 5 0,0-2 0,0-5 2037,0-7 1,0-4-1,1-9-2037,3 3 0,6-14 0,-5-27 0,7 0 0,-4-10 0,-1 12 0,0-7 0</inkml:trace>
  <inkml:trace contextRef="#ctx0" brushRef="#br0" timeOffset="2021">24140 2585 24575,'-14'35'0,"0"-1"0,3-7 0,1 1 0,-3 25 0,3 2 0,4-20 0,1 1-3277,1 8 0,-1 4 0,2-6 1787,0 11 1843,1-11 0,1 6 1,1-8-354,0 1 602,0-3 1,0 7 0,0-2-603,-3-1 0,0-1 0,2 2 0,-2 0 0,-2 3 0,-2-2 0,2-13 0,0-2 0,-2 20 0,2-15 1521,5-39-1521,3-11 0,-3 3 0,3-4 0</inkml:trace>
  <inkml:trace contextRef="#ctx0" brushRef="#br0" timeOffset="2744">24081 2843 24575,'16'-40'0,"-1"10"0,1 18 0,-3 8 0,21 7 0,7 15 0,2 4 0,-16-9 0,0 1-3392,21 18 0,-8 2 3392,-25-14-2269,-4 12 1,-3 0 2268,-7-17-1517,-3 27 0,-1 0 1517,0-26 0,-8 32 0,-12-20 0,-16-5 0,-3 8 3034,3-16-3034,-15-7 0,30-7 4537,-24 5-4537,0-12 0,30 2 0,-36-13 0,38 8 0,-18-19 0,21 15 3146,-7-5-3146,16 9 0,-10-5 0,9 5 0,-10-15 0,14 17 0,2-5 0,19 3-787,3 5 1,-2-2-1,-4 6 1</inkml:trace>
  <inkml:trace contextRef="#ctx0" brushRef="#br0" timeOffset="4037">24270 3356 24575,'14'42'0,"9"6"0,1-3 0,4 3 0,-2 0 0,0-1 0,-2-5 0,0 0 0,1 9 0,-4-7-1408,-5-17 1408,-3 0 0,0 2 458,-1 7-458,4-3 0,-6 3-1579,4-27 1,-13-7 0,5-5 0</inkml:trace>
  <inkml:trace contextRef="#ctx0" brushRef="#br0" timeOffset="4643">25494 2036 24575,'9'26'0,"-2"-7"0,5 27 0,-5-15 0,-1 5 0,-3 7 0,-6-1 0,-2 5 0,0-2 0,2-5 0,0 0 0,-1 0-1130,-4 10 1,-1 2 0,1-7 1129,3-13 0,1-4 784,-2 12-784,6-27 0,0-4 0,0-6 0</inkml:trace>
  <inkml:trace contextRef="#ctx0" brushRef="#br0" timeOffset="5233">25091 2373 24575,'32'1'0,"-1"1"0,24 2 0,-1 1 0,-25-2 0,1 1 0,15 2 0,6 1 0,-10-1 0,0-1 0,9-1 0,11 1 0,-11-2 0,-12-2 0,5-2 0,10-1 0,-13-1 0,-17 1 0,25-9 0,-40 8 0,9-4 0,-16 4 0,5 0 0</inkml:trace>
  <inkml:trace contextRef="#ctx0" brushRef="#br0" timeOffset="7485">27957 1791 24575,'-50'-25'0,"1"0"0,9 3 0,7 5 0,6 8 0,10 6 0,0 3 0,-3 3 0,-15 9 0,16-1 0,-11 5 0,-1 5 0,10 8 0,2 1 0,-23 9 0,39 7 0,11 11 0,3-10 0,13-5-2262,0 4 1,5 8 0,-4-12 2261,-2-17-514,3 1 1,6 4-1,-7-5 514,-8-3 0,12 7 0,-2 2 0,-19 11 0,-2-17 0,-7 8 0,-10-13 0,6-10 0,-4 10 770,-15 0 1,-6-1-771,-13 10-2269,-4 1 1,0-1 2268,4-5 0,12-10 0,3-2 0,8-5 4537,-11-1-4537,7-6 0,13-4 0,-15-5 6784,17 5-6784,-11-4 0,16 4 0,-7 1 0,6-3 0,-4 3 0,6-4 0,-3-4 0,5 3 0,1-1 0,9 3 0,-4 5 0,4-1 0</inkml:trace>
  <inkml:trace contextRef="#ctx0" brushRef="#br0" timeOffset="8076">28286 2017 24575,'9'17'0,"-2"-13"0,-1 15 0,-3-15 0,-3 40 0,0 11 0,-1-21 0,-1 0 0,-1 15 0,-3-18 0,0-4 0,1-11 0,-9 40-5998,13-47 5998,-5 8-235,-8 28 235,8-18 0,-3 10 0,0-1 0,6-10 0,0 14 0,6-32 0,0 3 0,6-22 0,-5 8 0,2-8 0</inkml:trace>
  <inkml:trace contextRef="#ctx0" brushRef="#br0" timeOffset="8499">28378 1718 24575,'10'-4'0,"-2"2"0</inkml:trace>
  <inkml:trace contextRef="#ctx0" brushRef="#br0" timeOffset="9565">28576 1979 24575,'30'7'0,"-1"0"0,14 4 0,-3 1 0,6 2 0,-7-1-4118,3 1 4118,12 4 0,-4 0 1271,-29-10-1271,24 8 0,4 0 0,-6-1 336,-7-3 0,0-1-336,7 6 0,-31-14 0,11 22 0,-22-19 0,-34 36 0,14-24-3032,-18 17 1,-1 1 3031,13-15-343,-8 6 0,-8 7 0,8-8 343,3-7-1857,-3 7 0,2-4 1857,17-15 0,-17 17 0,6-10 0,-15 13 3714,16-15-3714,17-6 2483,1-2-2483,32 7 0,-1-7 0,7 8 0,-12-8 0,-14-2 0,45 6 0,9-2-1893,-27-2 1893,3 1 0,8 0 0,-7-1 0,-5-7 0,19-9 5846,-11 6-5846,-2-4 0,-4 1 0,-19 7 0,24-10 0,-33 12 707,0-3 1,-2 3 0,-1 0 0</inkml:trace>
  <inkml:trace contextRef="#ctx0" brushRef="#br0" timeOffset="10461">29601 2517 24575,'33'0'0,"1"0"0,-26-3 0,34-12 0,-20 3 0,17-6 0,6-8 0,-23 13 0,14-11 0,8-7-6784,-36 19 6784,28-14 0,-24-2 0,-7-1 0,4-7 0,-27-19 0,3 36 0,-8-6 0,-1 1 0,-3 9-4333,-6-3 4333,18 9 0,-17 2 0,-7 0 0,3 0 0,-3-1 0,-9-2 0,-2 1 0,0 3 0,7 3 0,12 3 867,-7 1-867,29 4-3389,-17 10 3389,18-6-75,-17 35 1,2 6 74,17-24 0,-9 21 0,5 6 0,17-18 0,4-3 2467,-4 5-2467,7 4 0,6 9 0,-2-10 0,-2-8 0,5 5 0,5 9 0,-5-10 0,-5-11 0,4 0 0,0 0 0,1-1 0,-9-14-3034,22 26 3034,-24-32 0,12 18 0,5-7 0,-11 0 3034,10 3-3034,0-4 0,-10-6 0,33 4 0,-26-6 0,32-3 0,-35 0 4537,31-6-4537,-34 0 1696,12-4 0,-22 4 0,-5 0 0</inkml:trace>
  <inkml:trace contextRef="#ctx0" brushRef="#br0" timeOffset="15630">23353 296 24575,'9'-3'0,"-5"8"0,-5 5 0,-2 3 0,-3 16 0,2-19 0,1 16 0,0-19 0,-5 26 0,-6 7 0,3 4 0,-3-12 0,8-4 0,2-20 0,-2 14 0,6-15 0,-3 7 0,3-6 0,-9 35 0,8-28 0,-10 37 0,4-28 0,-9 15 0,9-15 0,-5 2 0,12-16 0,-6 7 0,3-12 0,-4 9 0,1-10 0,0 2 0,-15-36-6784,12 7 6784,-12-14-254,9-2 254,8 27 0,-8-14-4453,6 3 4453,2 16 0,-2-13 0,6 2 4453,0 9-4453,-2-11 254,6 27-254,-5-7 6784,12 34-6784,-1 18 0,-3-10 0,-1-9 0,-1-1 0,-1-8 0,2 26 0,-3-21 0,3 12 0,-5-24 0,7-5 0,-7-7 0,8-4 0,0 2 0,-2-6 0,24-12-6784,8-19 6784,-7 10 0,-10 5 0,1-2-564,1-3 1,0 1 563,11-10 0,1-4 0,0-2 0,-1-5 0,-1-1 0,-6 6 0,-22 25 0,8 0 0,-11 7 6226,1 12-6226,-2-3 0,-2 7 0,0-6 0</inkml:trace>
  <inkml:trace contextRef="#ctx0" brushRef="#br0" timeOffset="31758">23527 1172 24575,'-25'0'0,"6"0"0,-16 0 0,10 0 0,-29-2 0,21 1 0,-20-2 0,34 3 0,-18 0 0,25 0 0,-26 6 0,-5-2 0,-1 1 0,-8 6-3392,-3-4 0,6 0 3392,29-3 0,-12 2-549,-17 2 549,27-6 0,-15 5 0,0 0 0,16-6 0,-16 6 0,-6 0 0,7-3 0,0 0 0,-13 3 0,-4 1-2178,-3 0 1,5-1 2177,-6 4 0,26-7 0,5 0 4355,7 5-4355,-21 7 0,-4 2 0,1 2 0,7-2 0,-6 4 0,7-3 0,-5 7-1994,1 3 0,1 0 1994,9-5 0,7-3 0,-1 1-539,-10 19 539,9-7 0,-2 1 0,0 0 0,1 0 0,2-2 0,1 1 0,0-1 0,4 8 0,1-2 0,5-14-649,4 22 1,2 16 0,1-11 648,1-4 0,2-9 0,0 6 0,2-4 0,3-7 0,2-1 0,3 14 0,0 1 0,-2-12 0,0 0-966,1 10 0,0-8 966,-3-23 1174,1 12 1,2 5-1175,3 10 0,0 2 0,-1-3 0,0 2 0,4 15 0,-1-4 0,-3-12 2067,5 11-2067,-6-22 0,1-3 0,6 0 4537,1 22-4537,-1-23 0,0-4 0,-1-3 0,7 17 0,1 0 0,-3-14 6784,2 17-6784,-2-14 0,-7-13 0,16 19 0,4 3 0,-4-9 0,7 11 0,1 3 0,-18-17 0,0-1 0,9 8 0,-1 0 0,10 15 0,-12-20 0,1-1 0,0 2 0,0-2-6784,12 7 6784,-1 8 0,0-17 0,0-2 0,3 2 0,5 2 0,0-1 0,-2-3 0,-2-3 0,-9-4 0,-5-4 0,-9-7 0,5 3 0,-10-5 6784,-6 0-6784,3 6 0,-2-5 0,2 5 0,-6-4 0,3-1 0,-6 2 0,3-3 0</inkml:trace>
  <inkml:trace contextRef="#ctx0" brushRef="#br0" timeOffset="33744">28854 1227 24575,'25'-1'0,"7"7"0,2 3 0,17 12 0,-3-3 0,11 3 0,-7-2-716,-14-4 0,2-1 716,2 1 0,9 2 0,-2 0 0,-11-5 466,5-2-466,-3-1 0,8 1 0,-7-3 237,12-5-237,-7-1 0,-1 0 0,1-1 0,-9-3 0,-27 3 729,22 5-729,-7 2 0,10 8 0,2 2 0,2 6 0,-13-10 0,2 2 0,3 6 0,-1-1 0,1-1 0,15 11 0,1 3 0,-9-3 0,0 2 0,-2-1 0,-9-4 0,6 12 0,-3-1 0,-14-16 0,3 10 0,-5-3 0,-13-16-6784,7 41 6784,-7-37-789,3 24 0,0 17 0,0-9 789,-3 4 0,1-15 0,0 5 0,-1-1 0,-1 8 0,0-7-3753,3 0 3753,-3-3 0,1-2-2509,2-16 2509,-3-6 959,0 14 1,0 4-960,0 6 0,0 10 0,0-2 0,-3-17 1459,2 9-1459,-13-6 0,11-22 0,-13 25 1607,11-32-1607,-1 9 4979,-16 14-4979,-17 12 0,-3 2-703,22-20 1,-1 1 702,-6 4 0,-3 3 0,3-4-1558,-15 13 1558,16-11-965,5-6 1,1-3 964,8-7 0,-7 6 0,-7 3 0,-16 9 0,-5 1 0,14-7 0,-2 1 0,-2 2 0,-8 4 0,-5 3 0,0-1 0,7-5 0,-1 1 0,2-2 0,-4 4 0,-3 2 0,2-6 0,1-10 0,5-4 0,14-1 0,-1-1 0,-12-1 0,4-4 0,22-5 561,-3 4-561,6-4 202,-22 6 0,-4 0-202,8-4 0,-20 5 0,1 0 0,25-6 5501,-30 9-5501,15-5 0,0 0 0,-17 5 0,21-5 0,1 0 0,-13 5 0,22-4 0,-6 2 0,0 0 0,1 2 0,-17 6 0,30-9 2218,-24 6-2218,24-10 0,-6 2 0,13-6 0</inkml:trace>
  <inkml:trace contextRef="#ctx0" brushRef="#br0" timeOffset="35827">22350 3462 24575,'30'0'0,"-4"0"0,9 1 0,0 1 0,-11-1 0,13 0 0,0 0 0,-14-1 0,-10 0 0,7 0 0,-14 0 0,22 0 0,-5 0 0,23 4 0,5 1 0,-23-1 0,4 1-1357,10 1 0,13 3 0,4 1 1,-2 0-1,-9-3 1357,3 2 0,2 0-757,-9-2 1,9 1 0,5 1 0,0 0 0,-8-2 0,-11-2 756,-8-2 0,-3-1 0,13 2 0,4 1 0,-6-2 0,6-3 0,-13 0-1517,0-2 0,-1 1 1517,-15 0 3034,12-2-3034,2 0 0,-13 3 2268,12-1 1,4 2-2269,9 2 0,12 3-4537,-7 1 4537,-29-4 1600,5 0-1600,-16-3 0,13 3 0,-11-3 0,16 3 0,-19 0 0,5-3 0,-11 3 0</inkml:trace>
  <inkml:trace contextRef="#ctx0" brushRef="#br0" timeOffset="38529">27155 3287 24575,'2'-4'0,"2"1"0,5 1 0,-2 1 0,10-8 0,-6 5 0,24-10 0,-19 9 0,41-6 0,-20 13 0,8 6 0,2 1 0,-4-2 0,11 0 0,2 0-1112,-11 1 1,8 3 0,2 0-1,-4 0 1,-9-1 1111,-1 0 0,-3 0 0,5 0 0,5 0 0,-3-3 0,6-3 0,0-3 0,-9 1 0,1 1 0,2-1 0,1-1 0,1-1 0,-3 1 0,2 2 0,0 1 0,-3-1 0,4 1 0,4-1 0,-6-2 0,4 0 0,2 0 0,-1-1 0,-1 1-988,2 1 0,-2 0 0,1 0 0,1 0 988,-3-1 0,1-1 0,1 0 0,-1 0 0,-4 3-690,15 3 0,-4 3 0,-10-1 690,9-1 0,-8 1 0,7 1 0,-9-4 0,-1-7 1657,-14 4 1,3-2-1658,12-9 0,-3-1 0,-10 5 0,13-6 0,0 0 0,-16 7 0,-8-2 0,-5 3 0</inkml:trace>
  <inkml:trace contextRef="#ctx0" brushRef="#br0" timeOffset="55190">27927 1389 24575,'-6'-36'0,"0"7"0,0 0 0,1-8-4916,-1 0 1,1 2 3425,4 5 4308,-2-5-2818,3 18 0,0 8 1719,0-5-1719,0-26 0,0 22 0,0-22 0,0-11 0,0 28 3392,-1-24 0,-1-3-3392,-1 12 0,0 8 0,0 0 0,-4 7 0,4 10 0,-3-2 0,5 1 0,-1 2 0,2-6 0,-3-27 0,2 22 0,-2-20 0,3 34 0,0 2 0,-8 6 0,-5 8 0,2 3 0,-13 8 0,-3 1 0,-2 4-3392,-11 8 0,-1 0 3392,10-7 0,6-5 0,2 1-646,-5 13 646,8-12-248,-11 21 248,23-30 0,7-20 0,3-3 0,18-41 0,-11 33 0,8-18-3817,4 4 3817,-9 15-114,8-9 1,-1 0 113,-8 13-43,29-27 43,-25 27 0,23-10 0,-17 13 0,4 2 4317,14-2-4317,-11 6 0,1-1 6013,13-7-6013,11 4 872,-41 4-872,-1 4 98,4-5-98,-3 6 0,-5-3 0,10 5 0,-9-1 0,7 2 0,-9-3 465,3 3-465,9 17 0,-9-7 0,4 11 0,2 3 0,-1-3 0,1 6 0,0 1 0,2-5 0,1 7 0,10-1 0,0 0 0,-7-7 0,16 14 0,-1-2 0,-22-21 0,12 4 0,-17-12 0,-2-6 0,4 1 0,7-10 0,-9 3 0,5-2 0</inkml:trace>
  <inkml:trace contextRef="#ctx0" brushRef="#br0" timeOffset="61301">24186 2087 24575,'2'-43'0,"2"13"0,5 12 0,-2 11 0,15-19 0,-9 10 0,5-8 0,1-9 0,-2 1 0,-10 12 0,7-20 0,6-20 0,0-4 0,-6 13 0,-7 18 0,-2-1 0,2-4 0,1-8 0,1-3 0,-1-1 0,-2 4 0,-3-12 0,-3 3 0,0 0 0,0 2 0,0 1 0,0 0-2262,0-3 1,0 1 0,0 7 2261,0 11 0,0 4 0,0-7 0,0 2 0,0-9 0,0 10 0,0 0 0,0-4 0,0 24 0,-12 18 0,7 0 0,-16 33 0,-1 12 0,6-12 0,0-1 0,-4 5 0,4-7 0,3-9 6784,-13 19-6784,14-33 0,1-2 0,-12 2 0,14-5 0,-11 1 0,13-4 0,-2 2 0,22-23 0,-4 4 0,10-10 0,3-1 0,0 0 0,4-11 0,0 1 0,-8 15 0,3-5 0,-3 3 0,-12 16 0,8-1 0,8-2 0,0 3-6784,7-4 6784,-12 6 0,11 0 0,-5 2 0,16 1 0,-19 0 0,-3 3 0,-2 11 0,2 6 0,-1 6 0,-7-5 6784,5 13-6784,-9-11 0,15 27 0,-10-6-3392,-2-9 0,0 0 3392,-1 5-73,-3-5 1,0-3 72,-1-14 0,0 12 0,1 5 0,2 12 0,0-3 0,-3-11 0,0-30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22:21:04.91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5776 10464 24575,'-3'32'0,"-1"-1"0,1-6 0,0-6 0,3-5 0,0-4 0,0 0 0,0 7 0,0-9 0,-3 15 0,3-15 0,-6 9 0,5-10 0,-2 8 0,3-5 0,0 5 0,-2-2 0,1-3 0,-5 4 0,6-6 0,-3 9 0,0-7 0,2 3 0,-1 1 0,2-6 0,0 4 0,0-6 0,5-3 0,10 5 0,19-1 0,-8 3 0,19 2 0,-32-8 0,21 4 0,-22-7 0,20 2 0,-17-3 0,14 2 0,-18-1 0,4 2 0,-9-3 0,19 0 0,-14 0 0,20 0 0,-17 0 0,-1 0 0,-2 0 0,4 0 0,-7 0 0,9 0 0,-7 0 0,3 0 0,-4 0 0,0 0 0,8 3 0,-8-3 0,36 14 0,-20-6 0,11 5 0,-19-5 0,1-4 0,-9 2 0,8-3 0,-3 6 0,-5-8 0,11 7 0,-4-7 0,3 2 0,-3-3 0,4 0 0,-4 5-6784,9-3 6784,-8 3 0,3-2 0,7-2 0,-2 4 0,2-1 0,-1 2 0,-17-3 0,11 0 0,-10-3 0,8 3 0,6-3 0,-6 3 6784,16 0-6784,-10 0 0,2 1 0,8 4 0,-18-6 0,4 3 0,11 1 0,9 0 0,-12 1 0,1-1 0,13 1 0,-5 0 0,-3 0 0,-12-3 0,9 1 0,-3-1 0,-16-1 0,11 0 0,-16-2 0,5 4 0,-6-4 0,3-7 0,-2 4 0,2-12 0,-5 10 0,-2-5 0,1 5 0,-2-4 0,2 4 0,-1-5 0,-1 0 0,2-1 0,-3-6 0,0 6 0,0-16 0,0 16 0,0-10 0,0 5 0,0 7 0,0-18 0,0 17 0,0-17 0,0 15 0,-3-10 0,2 10 0,-4-6 0,1 6 0,1-7 0,-3-9 0,3 2-6784,-4-14 6784,4 21-2623,0-8 2623,3 19 0,0-8 0,0-1 0,0 5 0,0-9 5484,0 12-5484,3-6 0,-2 7 3923,1-2-3923,-2 2 0,-5 12 0,3-6 0,-3 10 0</inkml:trace>
  <inkml:trace contextRef="#ctx0" brushRef="#br0" timeOffset="8113">7700 10158 24575,'-4'-13'0,"-1"-7"0,4 11 0,-5-11 0,6 12 0,-3-9 0,3 7 0,-3-6 0,2-13 0,-1 12 0,2-10 0,0 16 0,2 6 0,2-9 0,2 12 0,0-12 0,6 7 0,-7-3 0,6 4 0,-5-5 0,1 9 0,2-9 0,-3 10 0,9-7 0,-10 3 0,17-4 0,-16 6 0,6-3 0,7 3 0,-4-4 0,7 4 0,4 0 0,-17 0 0,36 0 0,-29-1 0,26-1 0,-31 4 0,12-2 0,-15 3 0,26-3 0,-12 3 0,15-3 0,-9 3 0,-3 0 0,-12 3 0,9 0 0,-16 1 0,14 1 0,-12-4 0,12 4 0,-12-4 0,20 5 0,-18-6 0,10 3 0,0 0 0,-8-3 0,23 6 0,-20-5 0,14 4 0,-12-4 0,-1 2 0,1-1 0,-10-1 0,19 2 0,-16-3 0,18 3 0,-20-3 0,7 3 0,5 0 0,-5 0 0,20 4 0,-17-4 0,17 0 0,-20-3 0,14 0 0,-18 0 0,6-3 0,-2-1 0,-6-2 0,7 0 0,-12 0 0,3 10 0,-5 7 0,-2 2 0,0 8 0,0-14 0,0 13 0,0-12 0,0 15 0,0-6 0,0-1 0,0-1 0,3-12 0,-2 0 0,2-3 0</inkml:trace>
  <inkml:trace contextRef="#ctx0" brushRef="#br0" timeOffset="13868">9419 9570 24575,'5'20'0,"-1"-5"0,5 19 0,-3-15 0,1 27 0,-4-23 0,3 32 0,-6-35 0,3 26 0,-3-34 0,0 8 0,3-5 0,-2-7 0,1 26 0,-2-20 0,3 29 0,-2-28 0,4 12 0,-4-18 0,2 0 0,-3-2 0,0-1 0,0 3 0,0-2 0,0 4 0,-3-4 0,-1 2 0,1-3 0,0 1 0,3-1 0,-5-3 0,0 0 0,-18-23 0,11 7 0,-20-34 0,20 24 0,-2-3 0,2 0 0,6 0 0,-5-8 0,11 44 0,3-5 0,3 35 0,-2-24 0,4 4 0,-4 0 0,-1-11 0,3 9 0,0-7 0,-2-3 0,4 9 0,-4-6 0,2-2 0,-2-1 0,1-1 0,-1 2 0,5 7 0,6-14 0,-4 2 0,1-13 0,4-9 0,-10 6 0,23-23 0,-12 11 0,2-2 0,1 3 0,-12 12 0,4 1 0,-9-4 0,3 12 0,-9-3 0,3 11 0,-4-2 0,1 2 0</inkml:trace>
  <inkml:trace contextRef="#ctx0" brushRef="#br0" timeOffset="26688">11023 10844 24575,'-46'-6'0,"9"2"0,0-1-9831,-3-3 8341,-14-3 4308,17 7-2818,11 1 1719,-13 0-1719,18 3 0,11 0 0,-10 3 0,5-3 0,-3 6 0,-19-5 0,18 1 6784,-17-2-6784,-1-2 0,24 1 0,-27-5 0,29 6 0,-7-3 0,-6 3 0,1 0 0,-1 0 0,-7 5 0,18-3 0,-27 12 0,6-4 0,1 1 0,-9 2 0,3 3 0,6-2 0,21-8 0,-8 11 0,13-13 0,1 5 0,6-14 0,3 0 0,4-7 0,-4 2 0,0-10 0,-3 8 0,0-20 0,0 16 0,0-19 0,0 20 0,5-37 0,-1 16 0,-11-3 0,3 16 0,-22 23 0,18 0 0,-24 3 0,22 1 0,-24 2 0,24 0 0,-15 6 0,16-7 0,-3 6 0,1-5 0,6 1 0,-12 10 0,12-9 0,-4 7 0,4-3 0,-2-2 0,0 2 0,4-5 0,6-5 0,9-4 0,-4 1 0,23-10 0,5-5 0,-2 1 0,-7 1 0,-3-1 0,-1 0 0,4-3 0,-10 14 0,-10 3 0,5 12 0,-5-7 0,5 2 0,0 2 0,4-4 0,0 5 0,-4-2 0,8 13 0,-11-11 0,14 22 0,-10-16 0,3 6 0,-3-8 0,-4-7 0,-6-3 0,0-3 0</inkml:trace>
  <inkml:trace contextRef="#ctx0" brushRef="#br0" timeOffset="30072">7732 10615 24575,'7'37'0,"2"2"0,5 3 0,-2 0 0,3 2 0,-2-11 0,-1-2 0,-2-4 0,6 12 0,0 0 0,-5-11 0,1 15 0,-9-33 0,13-4 0,-9-4 0,13-5 0,-3 1 0,-8 1 0,25-5 0,-15 6-3392,12-3 0,1 0 3392,-7 2 0,1 0 0,6-1-2269,15 0 1,-3 0 2268,-4 1 0,2-1 0,4 0 0,12 3 0,-6 1 0,-18-1-1012,7 0 1,8 0 0,-15 0 1011,-21-1 3034,7 0-3034,-6 0 4537,-5 0-4537,2 2 0,-8-21 0,-3 14 0,0-23 0,0 20 0,0-26 0,0 16 6784,0-12-6784,-3-4 0,3 19 0,-3-34 0,3 30 0,0-9 0,0-3 0,-3 17 0,2-13 0,-4 4 0,4 14 0,-5-14 0,6 24 0,-3 11 0,0 9 0,3-2 0,-3-8 0</inkml:trace>
  <inkml:trace contextRef="#ctx0" brushRef="#br0" timeOffset="32758">9270 10297 24575,'3'4'0,"-2"-5"0,2-5 0,-8-21 0,-4-9 0,1 3 0,1-2 0,-4-9 0,-1-2 0,0-7 0,1 3 0,2 7 0,0-5 0,1 1 0,7 17 0,-1-7 0,1 2 0,2 14 0,10-25 0,-3 22 0,4 1 0,-6 6 0,25 5 0,-16 4 0,17-1 0,8 1 0,-22 3-4517,18-1 4517,-25 3 0,34 0 0,-4 3 0,3 0 0,-4-2 0,2 1 0,3 3 0,5 1 0,-7 0 0,11 2-1763,-14 1 1,5 2-1,-7-2 1763,-5 0 0,6 1 0,-5-1 3021,-22-2-3021,28 7 0,4 1 0,-16-5 0,24 4 0,-3-2 0,-33-9 0,18 0 0,2-6 0,-22 2 0,31-5 0,-28 2 6784,2 1-6784,-7 8 0,-9 13 0,-3 3-6784,-9 26 6784,8-27 0,-5 17-578,1 7 578,3-16 0,-3 12 0,-1 0 0,2-6 0,-6 15 0,-1 0 0,5-16 0,-4 5 0,1-3 0,7-21 0,-6 7 0,7-9 0,-2-5 0,3-2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18:05:07.08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2412 1647 24575,'-4'6'0,"-3"26"0,1 5 0,3-15 0,-3 18 0,1-5-3569,5-28 3569,0 8 0,0 16 0,0-15-3185,0 16 1,0-1 3184,0-16 0,0 24-2219,3 6 2219,-3-30-1922,3 30 1922,-3-39-845,0 22 0,0 4 845,0-13 1166,0 9 1,0 4-1167,1 2 0,1-4 0,-1-10 0,0 11 0,0 5-460,0-1 1,-2-4 459,1-5 1517,0 5 0,0 4-1517,6 18-3034,-5-36 3034,5 33 3034,2-5-3034,-3 1 4537,4 6-4537,-4-15 0,-1-5-4522,-3-17 4522,4 24 0,7 11 0,-10-30 0,12 31 0,1 0-3039,-9-34 3039,8 31 840,-3-17-840,-5-21 3454,11 31-3454,-10-32 0,-1 9 0,-3-7 5166,-3 4-5166,0 7 4885,0-4-4885,0 7 0,0-17 0,-3 12 0,3-12 0,-6 12 0,6-12 0,-6 15 0,3-2 0,-1-3 0,-4 19 0,4-30 0,-5 29 0,5-29 0,-1 18 0,7-20-6784,46-2 6784,-30-5 0,38-3 0,-46 2-1513,24-3 1,16-3 0,-7 2 1512,-2-1-250,-5 1 0,8-2 0,3 0 250,-3 2 0,5-1 0,-3 1 0,-9 0-2786,17-5 2786,-16 5 0,10 0 0,2 0 0,-3-1 0,4-3 0,-3-1 0,-7 3 0,9 2 0,-2-4 0,9-3 0,-17 6 2786,-26 7-2786,36-12 0,5-1-2284,-21 8 2284,13-5 0,5-1 0,-8 5 0,-8 3 0,-9 1 0,11-2 0,3-1 0,-7 1 0,-4 1 0,-7 2-1015,11-2 1,-5 0 1014,-23 4 547,45-6-547,-31 5 0,28-5 0,0 1 0,-28 3 2300,31-3-2300,-12-1 0,-24 5 0,24-5 2216,-2 1-2216,-1 1 4537,7-3-4537,10 2-4537,-40 4 4537,18-2 0,9 1 0,-25 1 0,27-2 0,12 0-3034,-33 3 3034,32-3 0,1 3 0,-36 0 3034,35 0-3034,-8 0 0,-29 0 0,19 0 0,-2 0 0,-21 0 0,27 3 0,-30-3 4537,17 3-4537,-12-3 6784,2 0-6784,1-3 0,-3 2 0,-1-1 0,-1 2 0,-6 0 0,-3-3 0,9-12-3731,-10 6 3731,9-11-5548,6-31 5548,-10 31 0,3-8 0,1-4 0,-2-7 0,0 3-3710,3-6 3710,-4 5 0,2-4 0,3-4 0,0 5-1366,-5 11 1366,6-17 0,2-7 0,0 7 0,0 2 0,-6 15 0,0-2-677,6-14 1,2-8 0,-3 12 676,0 9 0,-2-6 0,-2 5 0,-7 21 0,6-19 0,0-4 0,-1 4 1014,-1 3 1,1-2-1015,1-6 0,-2 3 3034,-4 2-3034,5-21 0,1 0 0,-6 23 0,3-21 0,-5 43 0,4-38 0,-2 27 0,2-26-3034,6 10 3034,-10 22 0,9-19 0,-5 19 3034,-4 7-3034,-17-1 0,5 7 0,-35 4 0,34-1 0,-21-1 0,0 0 0,17 1 0,-30-2 0,-11 1 0,29-2 0,-10 0 0,-10 0 0,9-1 0,8 0 0,-4 0 0,-3 0 0,-5 0 0,5 0 0,13 0-1517,-18 0 0,6 0 1517,29 0-1015,-24 0 1,-5 0 1014,13 0 1014,-7 0 1,-5 0-1015,-2 5 0,4 0 0,8-3 0,-10 3 0,2 0 3034,21-2-3034,-31 2 0,-4 1 0,17 0 0,-11 0 0,-10 2 0,0 2 0,-4 2 0,8-2-761,18-3 1,-3 0 760,-8 2 0,-15 3 0,-8 3 0,-4 0 0,3 0 0,6-3 0,14-2 0,-1-2 0,1 0 0,-4 3 0,-13 4 0,-2 0 0,8-2 0,16-5-948,8-7 948,-2 4 0,-15 3 0,-8 2 0,-2 0 0,4-1 0,12-3 0,-3 0 0,0-1 0,-3 2 0,-9 2 0,-5 1 0,2-1 0,9-3 0,-1-2 0,6-2 0,8-1-1325,-10 1 1325,7 0 0,-6 1 0,7-1 0,0-2 0,24 0 760,-21 0-760,20 0 2845,8 0-2845,-8 0 0,-17-6 0,21 5 4443,-34-10-4443,26 9 6644,-1-3-6644,-1 5 0,15 0 0,-3 0 0,-6 0 0,8 0 423,-9 0-423,-12-3 0,17 2-6784,-23-4 6784,28 4 0,-9-2 0,9 3 0,-3 0 0,7 0 0,2 0 0</inkml:trace>
  <inkml:trace contextRef="#ctx0" brushRef="#br0" timeOffset="1384">3827 3529 24575,'-12'8'0,"4"-6"0,-20 28 0,18-24 0,-13 18 0,-10 15-8503,20-23 8503,-18 25-1409,8-6 0,2-3 1409,5-8-1517,-7 11 0,1-3 1517,13-20-1015,-21 33 1,-3 6 1014,10-20 0,2 1 0,-3 7 0,5-12 0,7-18 0,-10 16 0,-9 11 0,5-6 0,-7 5 0,4-3 0,-9 9 0,0-1 0,10-10 0,3-4 1014,-5 3 1,0 3-1015,-3 10 0,20-27 0,-18 27 0,6-1 0,17-25 3034,-15 25-3034,-5 7-3034,22-32 3034,-21 32 0,12-20 0,2-3 0,0-8 1517,-1 8 0,-3 3-1517,-3 11 0,1-4-3034,8-10 3034,-8 10 0,-1 4 0,9 0 0,1-5 0,0-11 1517,-2 11 0,2 2-1517,5-8 0,4-16 0,-4 22 0,-4-18 0,4-3 0,-6-1 4537,10-7-4537,-18 10 0,12-9 0,-10 11 0,-2 2 0,12-8-2269,-8 13 1,-1 2 2268,7-13 0,-5 21 0,-8 7 0,14-25-1150,-9 17 0,1 0 1150,9-20 0,-9 20 0,15-29 0,-2 2 0</inkml:trace>
  <inkml:trace contextRef="#ctx0" brushRef="#br0" timeOffset="4219">2629 5724 24575,'-16'4'0,"4"-2"0,-11-2 0,13 0-9831,-37 0 8341,34 0 1381,-21 0 109,28 0-1627,-44 0 1627,30 0 0,-34 0 0,3-2 0,2 0 0,7 1 0,-4 0 0,-10-2 0,13 1 0,-5-1 0,1 1 0,9 0-649,9 0 0,0 1 649,-22-1 0,-9-1 0,0-1 0,1-2 0,1 0 0,11 1 0,-2 1-677,-3-1 1,-11-2 0,21 3 676,29 4 0,-22-3 0,-3-1 0,12 2 1014,-8-1 1,-2-1-1015,0 2 3034,22 1-3034,-31 12 0,37-8 4537,-4 14-4537,-1 0 0,7-8 0,-14 25 0,15-24 6784,-6 7-6784,11-9-6784,8 21 6784,-5-14 0,11 16-4537,0 16 4537,-5-30 0,6 36 0,-7-19 0,-2-2-3034,-3-3 3034,2 4 0,1 3 0,-4 3 0,-1-4 0,-1-8 0,2 12 0,-1-4 0,-1-25-374,0 25 1,0 7 373,0 3 0,0-1 0,0 7 0,1-1 0,-1 5 0,2-8 0,0-16 0,1-1 0,-2 16 0,0 7 0,0-13 2132,3-20-2132,2 17 0,1 16 0,0 3 0,-1-12 0,-1-13 0,0 0 0,1 9 0,0 8 0,1 3 0,1-4 0,4 6 0,1-1 0,-3-9-1790,-2 1 1790,2 3 0,2 9 0,-3-18 2833,-6-25-2833,6 15 0,2 3 0,2-7 303,4 13 0,1-1-303,0-15 4537,-2 4-4537,-3-8 6784,-8-13-6784,18 1-982,-14-5 982,12 0-6459,13 0 6459,-21 0 0,21-2 0,-28 1 0,21-5 0,3-2-4319,-8 2 4319,5 1 0,4-1-1298,14-8 1,-2 1 1297,-12 5 0,7-4 0,13-5 0,1 0 0,-12 4 0,1-1-508,-3 1 1,12-3 0,-1-1 0,-13 5 507,-7 0 1014,9 0 1,3 0-1015,-2-1 0,-6 2 0,-5 6 0,6-6 0,4-1 0,-1 0 0,-6 2 0,-10 2 1517,11-3 0,2-1-1517,6-6 0,-26 11 0,16-7 0,-1 1 1302,-18 10-1302,12-11 1969,-6 8-1969,-11 1-1762,23-6 1762,-23 7 0,11-2-3534,8 0 3534,-15 3 0,17-1-888,21 2 888,-30 2 1615,32 0-1615,-1 0 0,-18 0-1736,24 0 1736,-34 0 0,32 0 0,-35 2 3034,32-1-3034,-10 2-3034,-25-3 3034,24 0 320,-7 0-320,-20 0 3192,45-6-3192,-12-4 0,-5 0 0,4 2 0,-4 1 0,-22 3 0,32-1-239,-19 2 0,-3 0 239,-8-1 0,8 1 0,5 0 0,1-2 0,-4 1-3034,-7 3 3034,7-3 0,3 0 0,6-3 0,-24 0 3034,36-2-3034,-45-16-656,8 13 656,-14-13 0,0-1 0,0 15 0,0-15 0,6-8 0,-5 21 0,5-21 0,-6 27 0,2-32-2378,-1 24 2378,2-24 0,-1-14 0,-1 2 0,-3 23 0,4-28 0,-2 10 0,-3 42-1706,0-16 1706,2 10 2189,-1-10-2189,-7-22 3273,7 26-3273,-2-18 0,0 1 0,4 20 4894,-3-29-4894,0 25 0,0-3 0,0 0 0,3 12 5705,-3-6-5705,2 7 0,-1-5 0,2-3 0,2-2 0,2-2 0,-1 7 0,3-6 0,3-4 0,-4 4 0,9-16 0,-10 24 0,11-24 0,-2 10 0,0 1 0,2-17 0,-11 29 0,4-12 0,-4 1 0,-1-5 0,0-1 0,0-17 0,-3 11 0,3 3 0,-3-14 0,0 31 0,0-29 0,0 29 0,-3-31 0,3 34-6784,-3-31 6784,3 31 0,-6-28 0,2 17-4537,-7-12 4537,7 15 0,-5-4 0,6 9 0,-6 0 0,2 6 4537,-2 8-4537,-22 0 0,16 0 0,-17 0 0,-20 0 0,32 0 0,-30 0 0,-1 0 0,27 0 0,-32 0 0,20-1 0,4-1-4537,9-1 4537,-9 1 0,-2 0-3034,-19-3 3034,36 1 777,-33 1-777,43 0-2286,-32-3 2286,25 5 0,-18-4 0,0-1 0,20 5 2286,-19-5-2286,11 6 0,10 0 0,-23 0 0,23 0 0,-29-3 0,28 3 2257,-15-3-2257,-10-3 4,22 5-4,-22-5 845,-12-2-845,29 3-1658,-25-1 1,-1 0 1657,26 3 0,-29 0 0,4 6 3311,28-3-3311,-21 6 0,2-1 3692,22-3-3692,-38 12 6784,41-13-6784,-13 5 0,17-6 0,0 3 0,3 0 0,-3 1 0,5 4 0,13-4 0,-3 5 0,9-6 0,5 3 0,-16-5 0,9 1 0</inkml:trace>
  <inkml:trace contextRef="#ctx0" brushRef="#br0" timeOffset="5270">4511 3531 24575,'-7'17'0,"4"-10"-9831,6 32 8341,-2-28-665,21 42 2155,-15-40 2155,11 20-2155,12 6-3034,-20-24 3034,21 24 0,-10-14 0,-2-3 0,-7-2 1517,7 2 0,3 4-1517,9 16 0,-2-4-3034,-6-14 3034,7 13 0,2 6 0,-6-2 0,-5-5 2835,-4-7-2835,0 6 0,4 13 0,0 1 0,-6-12 0,-5-3 0,5 14 0,2 12 0,-8-14 0,0 5 0,-2 0 0,0-8-996,0-4 0,2 4 996,-2-4 0,2 12 0,2 8 0,1 6 0,1 1 0,-1 0 0,-1-5 0,-1-6 0,-1-11 0,0 3 0,-1-9 0,1 6 0,0 3 0,2 5 0,1 6 0,0 1 0,0 2 0,0-2 0,0-5 0,-1 3 0,2 2 0,-2-1 0,1-4 0,-2-4 0,0-8-1103,2 13 1,1 0 1102,-4-12 0,1 8 0,0 5 0,1 2 0,1 1 0,1-2 0,1-6 0,4 4 0,3-1 0,0-3 0,-1-4 0,-4-7 0,0 5 0,0-1 181,0-1 1,2 9 0,3 2 0,0-2-1,-1-11-181,13 7 0,-4-12 0,-8-2 0,8 5 0,3 1 0,5-1 0,-26-25 2810,26 23-2810,-20-15 678,-5-12-678,7 13 0,-11-22 0,-7-2 4537,1-22-4537,-2 10 0,0-5 0,0 12 0</inkml:trace>
  <inkml:trace contextRef="#ctx0" brushRef="#br0" timeOffset="8602">6082 7566 24575,'0'-6'0,"-3"2"0,-12-1 0,6 1-9831,-24-5 8341,22 5 1490,-11-1-2155,-23-4 2155,29 7 2155,-28-6-2155,7 2 0,3-1-3034,12 2 3034,-11-2 0,-7 0 0,-12 4 0,5 1 0,15 1 0,-16-1 0,-4 1 0,16 5 0,6 1 0,1-3-1015,-18 5 1,3-1 1014,26-4 2029,-24 6-2029,25-4 0,-19-1 0,18 0 3034,-24-3-3034,25 0 0,-7 5 0,16-1 0,8 8 0,0-5 0,-1 31 0,-1 5 646,2-16-646,-2 17 0,1-3 0,1-28 0,-5 27 0,-2 5 0,1-13 0,1 6 0,-2 4-1624,-6 3 0,0-6 1624,4-9 1169,-3 9 1,0 2-1170,5-10 0,2-5-2947,0-9 2947,-5 37 0,1-17 0,3-2 0,2-8 1473,-3 8 1,-1 4-1474,4 3 0,0-4-2771,-1-12 2771,1 11 0,-1 5 0,1-4 0,0-5 0,2-8 0,-4 14 0,1-5 0,4-27-1250,-1 43 1250,2-33 2414,0 36-2414,0-46 3611,8 2-3611,22-6 0,-9-3 5399,11-3-5399,22-3-2603,-33 2 2603,31-2 0,-40 6-2269,39-7 1,8-2 2268,-22 5-1012,1-1 1,8-1 0,-11 1 1011,-14 1-339,10 1 1,16 0 0,10 0 0,2 0 0,-3 0 0,-11 0 338,8-1 0,1 0 0,-10 1 0,10-1 0,3 1 0,-1 0 0,-6 0 0,-12 2 0,16 1 0,-16 1 0,12 2 0,8 1 0,5 0 0,-1 0 0,-4 0 0,-9-2 0,8 1 0,-8-2 0,12 1 0,-20 0 0,7 1 0,6 0 0,5 1 0,2 0 0,2 0 0,0 0 0,-3 0 0,-2 0 0,-6-1 0,-6 0 0,-8-1 0,11 0 0,-10-1 0,4 0 238,8 2 0,8 1 0,2 0 0,-1-1 0,-5 0-238,-5-2 0,-2 0 0,-4-1 0,-7 1 0,-7-1 0,-1 0 0,24 2 0,10 0 0,-8-3 0,-14-5 0,-8 0 2618,-5 3-2618,22-9 0,-3 0 3916,-32 9-3916,25-13 1876,-31 14-1876,13-6 6784,-8 4-6784,5-2 0,-6 3 0,1-9 0,-6 10 0,20-14 0,2 2 0,-2 3 0,23-8-6784,-19 11 6784,4-4 0,-4 3 0,-25 0 0,2-4 0,-6-6 0,-3 0 0,0 3 0,0-21 0,0 24-2269,0-21 1,0-2 2268,0 20 0,0-29 240,0 0-240,0 26-1557,-3-23 1,0-1 1556,2 25 0,-4-28 0,-1 4 0,5 27 0,-5-28-161,6 1 161,0 27 3034,0-28-3034,0 1-3034,0 26 3034,0-26 0,0 36 0,-5-39 0,3 29 3034,-3-29-3034,-3 11-3034,3 6 3034,-4-9 0,3 19 2539,3 7-2539,0 6 4291,-3-6-4291,3 4 0,-9-4 0,-4-8 0,5 4 6417,-3 1-6417,5-9-5676,-6-4 5676,1 2 0,-11-17 0,16 32 0,-9-11 0,12 15 0,-5 6 0,3 0 0,-15 3 0,14-2-4537,-27 2 4537,25-3 0,-39 5 0,37-3 0,-17 3-3034,-7-2 3034,23-3 0,-22 3 0,-14 5 0,33-5 0,-33 5 0,19-5 0,3-1 0,6 0 1517,-8 1 0,-4 2-1517,3-1 0,3 1-3034,5 0 3034,-31 3 0,45-8 0,-46 3 0,34-3 275,-33 6-275,45-6-1706,-47 3 1706,32-3 0,-29 1 0,0 1 0,29-1 119,-32 1-119,47-2-206,-48-2 206,38 1 1673,-38-2-1673,13-5 3111,28 3-3111,-22-5 0,1 0-141,23 4 141,-22-8 0,30 14 1665,-33-20-1665,21 13-1808,-19-9 0,-1-2 1808,20 8-1209,-15-4 0,2 0 1209,19 8 2347,-16-5-2347,0 0 1931,16 8-1931,-35-14 4537,36 16-4537,-42-4 0,40 5 0,-25 0 0,-1 0 0,21 0 0,-32 0 0,0 0-4537,33 0 4537,-33-3-3034,16 2 3034,21-2 3034,-32 0-3034,23 3-3034,-18-3 3034,15 3 0,-31 0 0,43 0 3034,-24 0-3034,-2 0-3034,-3 0 3034,-4 0 2889,2 0-2889,35 3 4465,-14 0-4465,10 6 0,-3 1 0,7-3 0,3-2 0</inkml:trace>
  <inkml:trace contextRef="#ctx0" brushRef="#br0" timeOffset="12602">6401 1904 24575,'13'0'0,"41"-3"-9831,-38 3 8341,32-3-665,6 0 2155,-36 2 2155,38-1-2155,-5-1-3034,-31 2 3034,34-2 0,-47 1 0,23 0 0,3 0 0,-14-1 1517,9 1 0,4 1-1517,4 1 0,-3 0 0,-9-3 0,14 2 0,11 0 0,-11 0 0,-13-3 0,5 3 0,3-1 0,20-6 0,-35 6-1517,20-4 0,-1 1 1517,-24 4-2029,32-4 2029,-35 4 2029,16-5-2029,-19 6 0,11-3 0,-11 3 758,5 0 1,-8 0-1,-2 0 1</inkml:trace>
  <inkml:trace contextRef="#ctx0" brushRef="#br0" timeOffset="17269">6443 1886 24575,'6'-6'0,"31"-31"-9831,-23 23 8341,22-22 412,-12 9 1,-2 3 1077,-6 6 1077,6-5 1,1-4-1078,5-13 0,-19 26 0,13-18 0,-2 2 4537,-13 18-4537,24-33 0,-22 37 0,6-14 0,-1 10 0,-3 1 0,5-2 0,-1 2 0,-8 10 0,-1-5 0,-3 6 0</inkml:trace>
  <inkml:trace contextRef="#ctx0" brushRef="#br0" timeOffset="18302">6368 1917 24575,'18'28'0,"7"-3"0,-7-12 0,28 6 0,-34-16-4252,18 11 1,-1 2 4251,-16-11 0,19 17-2818,4 3 2818,-25-13 0,26 16 0,-6 3-3034,-18-19 3034,18 16 0,-5 5 0,-15-25 0,12 25 609,-12-19-609,-9-5 0,9 6 0,-10-10 0,2-4 0,-3 2 0</inkml:trace>
  <inkml:trace contextRef="#ctx0" brushRef="#br0" timeOffset="24538">7954 1180 24575,'6'21'0,"1"7"-7616,-4-11 7616,3 1 0,0 15 0,-2-23 0,2 23 0,2 9 0,-6-21-2040,3 26 0,-1 3 2040,-4-23 1035,0 2 0,0 3-1035,-2 0 0,1-3-3595,0-7 3595,0 8 0,-1-1 0,2-18-567,-3 18 0,-2 1 567,3-8 1517,-2 6 0,0 3-1517,-2 13-3034,5-28 3034,-5 29 0,1-20 0,4-14 3034,-8 31-3034,9-23 0,-3 5 0,3 2 4537,0-17-4537,3 16 6784,-3-11-6784,3 2 0,-3-5 0,-3-7 0,3 4 0,-6-7 0,6 8 0,-11 2 0,9-2 0,-20 24 0,18-22 0,-18 28 0,17-26-6784,-15 35 6784,12-32-3115,-4 17 3115,10-27 0,-7 17 0,7-13 0,-6 16 0,3-36 0,3 9-3505,-6-33 3505,7 24 0,-4-10 0,4 17 0,-2 3 0</inkml:trace>
  <inkml:trace contextRef="#ctx0" brushRef="#br0" timeOffset="26172">7914 1310 24575,'10'-6'0,"1"2"0,-7 1 0,24-5 0,-13 6-8503,39-12 8503,-38 13-1043,15-5 1043,-25 6-951,20-3 951,-15 2 0,32-1 0,-33 2 0,27 0 0,-27 0 0,24 2 0,-16 5 0,4-3 0,1 9 0,-17-8 0,16 15 0,-17-14 0,21 24 0,-20-23 0,22 35 0,-24-31 0,18 31 0,-20-31 0,12 19 0,-13-21 4945,5 8-4945,-6-7 0,3 5 0,0-8 3771,3 23-3771,-2-2 1781,-1 2-1781,-3 9 0,0-21 0,0 4 0,-3-5 0,2-10 0,-4-1 0,1 5 0,1-6 0,-11 15 0,11-12 0,-21 18 0,20-17 0,-29 19 0,26-22 0,-27 19 0,25-23 0,-14 15 0,10-13 0,0 5 0,-7-3 0,4-2 0,-6 1 0,6-4 0,-4 1 0,12-2 0,-6 0-6784,2 0 6784,4 0 0,-6 0 0,4 0 0,-5-5 0,5 4 0,-13-13 0,6 6 0,-5-5 0,4 7 0,9 3 6784,-3 3-6784,2 3 0,1-2 0,-11 7 0,11-7-6784,-11 10 6784,13-9 0,-2 3 0,6-5 0,0 0 0</inkml:trace>
  <inkml:trace contextRef="#ctx0" brushRef="#br0" timeOffset="27121">8259 1931 24575,'13'11'0,"-3"-8"0,-4 10-9831,2 7 8341,-6-9 2111,11 39-621,-10-34-956,5 13 0,0 1 956,-6-15-952,8 16 0,0 2 952,-7-16 0,11 23 0,-3 4 0,-2-26 0,3 21 0,-1 0 0,-6-21 979,6 24-979,-2-14 3439,-7-16-3439,12 27 3314,-7-24-3314,2 0 6784,0-1-6784,-2-13 0,-1 8 0,0-9 0,-2 3 0,-1-3 0</inkml:trace>
  <inkml:trace contextRef="#ctx0" brushRef="#br0" timeOffset="33921">2029 4862 24575,'-20'-3'0,"3"0"-9831,-28-3 8341,29 5 4308,-28-5-2818,-9 4-2818,35 1 2818,-35-2 0,47 3-3034,-42 0 3034,32 0 3034,-31 0-3034,-6 6 0,32-2-1517,-30 2 0,-1 0 1517,28-2 3034,-32 4-3034,19-4 0,4 1 4537,9 0-4537,-12 1 0,-11 1 0,11-1-4537,14-3 4537,-7 2 0,-1 1 0,-6-1 0,22-4 0,-39 8 0,46-6 0,-15 1 0,18-2 0,-2-2 0,-3 0 0,2 0 4537,-4 3-4537,6 0 6784,-3 1-6784,5-1 0,-17-3 0,8 2-6784,-31 2 6784,31 2 0,-15-3 0,18 0 0,1 0 0,-6-2 0,7 1 0,-5 1 0,5-2 6784,-2 4-6784,3-4 0,-8 15 0,6-12-1568,-4 12 1568,6-15 0,-8 10 0,8-6 0,-11 4 0,8-1 0,-1-4 0,-5 2 0,5 0 0,1-5 0,3 1 0,3 9 0,-3-5 0,6 16 0,-3-13 1568,3 5-1568,0-5 0,0-2 0,0 16 0,0-14-6784,3 39 6784,-3-35 0,6 26-4537,3 12 4537,-4-25-2448,3 25 2448,-8-43-1112,5 23 1,0 3 1111,-3-10 0,3 10 0,0-2 0,-5-21 0,1 19 0,1 3 0,-2-4 0,0 9 0,-1 10 0,0-9 0,-1-6-131,-1 5 1,-1 8-1,0-9 131,3-12 1014,-3 3 1,0 5-1015,0 4 0,1-3 0,-1-4 0,1 14 0,0 11 0,1-12 0,1-14 0,0 9 0,0 3 0,1-5 0,0-4 0,0-5 1517,0 6 0,0 3-1517,0 2 0,0-6-3034,0-10 3034,1 11 0,0 4 0,2-5 0,1-4 0,3-6 1517,-4 7 0,0 5-1517,4 7 0,0-4-3034,-4-6 3034,2 6 0,1 3 0,1 0 0,0-4 0,-1-8 0,3 14 0,2 10 0,-3-11 0,-1-14-1015,2 8 1,-2-3 1014,-6-23 227,16 44-227,-11-29 0,7 14 0,0-1 0,-8-22 2142,9 21-2142,-7-17 3202,-3-2-3202,12 25-67,-10-29 67,6 18 0,16 16 0,-22-31 0,22 32 0,-3 2-3180,-13-33 3180,2 7 0,1 2-295,11 22 295,-18-32 0,11 23 0,-2 0 0,-13-26 0,9 24-2029,-7-6 2029,-5-19 529,11 38-529,-11-39 0,10 39 0,-10-37 0,5 18 140,0 22-140,-5-33 0,3 34 0,0 1 0,-3-33 772,1 9 1,-1 2-773,-7 18 0,5-31 0,-5 30-185,-2-8 185,6-27 3034,-6 27-3034,5-14-2239,2-16 2239,-1 16 1414,2 0-1414,0-16 4128,0 32-4128,0-17 0,0 0 0,-6 23-1431,5-34 1431,-7 16-1872,1 20 1872,3-38 0,-1 39 0,-1-8-3034,2-26 3034,-2 26 794,3-17-794,3-17 3428,0 23-3428,0-26 0,0 6 0,3-7 0,14 21 0,-7-17-3428,27 23 3428,-27-29 0,13 9 1037,14-5-1037,-17-2-457,26 3 1,3-1 456,-21-1-1167,6-3 1,-4 0 1166,-19-2 0,38 2 0,5-1 0,-18-2 468,15 3 0,10-1-468,-17-2 0,4 0 0,-1 0 0,-8-1 0,-5 0 0,-1-1 0,5 2 0,8 0 0,3-1 0,2 1 0,-2-2 0,5 0 0,2 0 0,-1 0 0,-5 0 0,-6 0 0,11 0 0,0 0 0,-12 0 0,4-1 0,6 1 0,2 0 0,1 0 0,1 1 0,-4 0 0,4 0 0,2 0 0,1 1 0,-1 0 0,-3 0 0,-5 0 0,-5 0 0,11 1 0,-9 0 0,14 0-104,-23-1 1,7-1 0,7 0-1,6 1 1,3-1 0,3 1 0,3-1-1,-1 1 1,0-1 0,-1 0-1,-4 1 1,-3-1 0,-6 0 0,-6 1-1,-8-1 104,25 2 0,-16 0 0,10-1 0,-8-1 0,10 0 0,6 0 0,3 0 0,-3 0 0,-6 0 0,-10-1 0,-15 0 0,10 0 0,-10 1 0,13-1 0,9 1 0,4 0 0,0-1 0,-5 1 0,-10-1 0,5 1 0,-8-1 0,10 0 0,-10 1 0,9-1 0,7 1 0,4-1 0,2 1 0,0-1 0,-4 1 0,-4-1 0,-8 0 0,-10 0 0,15 1 0,-5-2 0,5 1 0,10 0 0,-4 0 0,-19 0 0,-15 0 0,17 1 0,13 0 0,-9 0 0,5 3 574,-8-4 0,7 1 0,-1 1-574,-6 3 0,-2 2 0,-7-2 0,4-2 0,-3 2 0,7 0 0,-1 1 0,16 2 0,-8 0 0,-14 1 0,14 0 0,7-3 0,-4-5 0,-7-2 0,-12 1 136,13-1 0,5-1-136,-6-6 0,-6 1 0,-10 3 0,9-3 0,5-1 0,-4 0 0,-6 0 0,-9 2 1508,9-2 0,4 0-1508,-6 0 0,-5 2-2981,-9 3 2981,9-3 0,3-2 0,18-3 0,-32 5 3034,32-5-3034,0 0-3034,0 0 3034,-19 3 0,0 0 0,25-7 0,-41 11 1088,27-7-1088,-29 9-2389,37-12 2389,-36 12 2389,19-6-2389,9-3 0,-23 8 0,24-7 0,0 1 0,-21 6 1946,28-5-1946,2 3 4537,-29 3-4537,25-5 0,1 0 0,-25 5 0,18-9 0,5-3 0,9-4 0,-3-2-2269,-11 6 1,-7 3 2268,-19 5-1517,15-3 0,-2-2 1517,-15 3-2029,24-3 2029,-27 7 2029,6-1-2029,-7 1 3034,-3 1-3034,9-6 0,-6 8 4537,6-7-4537,-7 7 6784,8-5-6784,1-3 0,-2 4 0,9-9 0,-15 13 0,10-10 0,-11 10 0,2-8 0,-3 6 0,3-4 0,-5 1 0,4 3 0,-4-8 0,-1 6 0,3-7 0,-2-8-3560,2 10 3560,-3-10 0,0 14-1352,-3-20 1352,0 15-2579,1-18 1,1-1 2578,-1 15 0,1-25 0,-2 31 0,0-42 0,0 28-992,2-28 0,-1-2 992,0 25-1151,5-26 0,2 1 1151,-6 26 0,10-27 0,-10 45 0,7-21 0,1-2 0,-3 11 0,3-8 0,1-5 0,-1 2 0,-1 4 0,-2 9 0,4-13 0,-1 4 0,-10 19 608,9-40-608,-8 27 0,2-26 0,0 0 0,-3 27 0,0-32 0,-11 5 3335,8 31-3335,-8-25 0,0 0 0,8 24-455,-6-24 1,-1-1 454,5 24 4537,-4-29-4537,1-6-4537,7 36 4537,-5-35-1517,4 18 0,0 4 1517,1 10 1517,-1-11 0,0-4-1517,2-1 0,0 5-3034,0 7 3034,0-8 0,0-5 0,2 4 0,0 5 0,2 3 1517,-1-4 0,-1-4-1517,-1 2 0,1 3 0,-2 6 0,0-25 0,0-8 0,-3 23 0,0 2 0,2-1 0,1 2 4537,-6-21-4537,3 3 0,3 32 0,-3-25 0,0 0-4435,3 27 4435,-3-26 0,0 6 0,2 21 0,-4-21-3068,-1-3 3068,2 23 0,-5-23 0,3 6 558,2 19-558,-1-20 0,5 26 0,-3-23 0,2 18 0,-7-46 0,6 44 0,-3-21 0,-3-6-626,6 26 626,-7-26 0,7 34 0,-7-36 0,1 26 3034,-1-26-3034,-7-3 0,12 29-1517,-8-23 0,0 2 1517,9 23 0,-12-22 0,0-1 0,10 19 1517,-12-18 0,-2-5-1517,4-4 0,-4-1 0,5 12-3034,2 2 3034,7 20 3034,-9-17-3034,-9-1 0,12 20-1517,-13-17 0,-2 0 1517,14 16 0,-19-15 460,3-2-460,13 19 0,-9-15 0,0 0 0,11 13-1091,-9-9 1,2 0 1090,9 10 0,-33-18 0,32 22 1721,-13-8-1721,-11 8 3,25-1-3,-25 1 0,-9-2 0,26 6 3036,-26-3-3036,10 2 0,2 0-3036,12-1 3036,-10 1 0,-5 0-2,-3-2 1,4 1 1,6 3 1517,-5-2 0,-6 0-1517,-6 0 0,5 1-3034,13 0 3034,-12 0 0,-8-1 0,0 0 0,-4 1 0,10 0 0,-3 0 0,2-1 0,-10-1 0,-1 0 0,9 2 0,-3 0 0,2 1 0,7-1 0,6-1 0,0 0-140,-6 0 0,-6 1 0,-3 0 0,2-1 140,-15-1 0,1 0 0,10 1 0,0-3 0,1 3 0,-12-1 0,1 0 0,4 0 0,0 1 0,10 0 0,-9 0 0,6 0 0,-10-1 0,4 0 0,-3 1 0,8 1 0,7 0 280,-7 0 0,-4-1-280,16 1 0,6 1 0,10 0 0,-11 0 0,-4-1 0,-17-3 0,34 4 3034,-33-5-3034,19 6 0,3 0-3034,7 0 3034,-6 0 0,-6 0 0,-4 0 0,4 0 0,11 0 0,-17 0 0,4 0 0,25 0-1015,-24 0 1,-3 0 1014,15 0 1014,-9-1 1,-5 2-1015,2 6 0,3 1 0,3-4 0,-11 6 0,-12 6 0,11-4 0,15-3 0,-8 2 0,-4 1 0,7-1 0,4-2 0,7-5 1517,-7 5 0,-4 1-1517,-2-6 0,3-2 0,5 2 0,-10-1 0,-9-1 0,10-1 0,12-4 0,-32 2 0,12-4 0,22 4-1517,-21-3 0,-1 0 1517,17 2-1015,-27-3 1,0-1 1014,28 2 0,-10 1 0,4 0 0,22 0 0,-36 1 0,-6 1 0,18 1 935,-12-2 0,-7 1-935,13-1 0,-1 0 0,6 0 0,-3 1 0,-15-1 0,-7-2 0,5-3 0,8 0 0,15 4 0,-22-4 0,6 0 2955,38 4-2955,-30-5 0,-4-1-2796,19 2 2796,-14-1 0,-7-1 0,-1 0 0,4 1 0,11 3 0,-12-5 0,-2 0 0,13 8 0,6 0 0,8-1-1723,-38 0 1723,51 3 1025,-30 3-1025,22-3 1344,-17 6 1,-5 2-1345,1 0 4020,-7 5-4020,-11-10 0,38-4-422,-16-6 0,0 0 422,12 4 2404,-18-11-2404,11 5-3031,16 4 3031,-13-6-1291,6 5 1291,11-1 0,-27-2 0,25 5 4643,-34 2-4643,18 2 0,-5 0 0,-2 2 0,14 2 3983,-8-1-3983,-2 0 2480,13 0-2480,-20-3 0,24 3 0,-24 0 0,25-2-6784,-19 4 6784,19-4-2077,-27 7 2077,25-4 0,-39 8 0,15-3-3849,2 1 3849,5-4 370,11 0-370,7-6-477,-23 6 477,23-5 0,-10 1 0,14-2 949,-6 0 0,8 0 0,-5 0 0</inkml:trace>
  <inkml:trace contextRef="#ctx0" brushRef="#br0" timeOffset="35921">9919 6914 24575,'10'0'0,"27"0"0,-24 0 0,20 1 0,-1 1-7967,-18-2 7967,26 3-3048,-3-6 3048,-17 0 0,17-1 0,6-1-3135,-29 4 3135,29-2 0,-37 3-205,31 0 205,-21 0 3034,19 0-3034,5 0-3034,-24 0 3034,22 0 0,7 6 0,-30-5 0,28 5 0,-15-3 0,-16-3 0,17 3 0,-4-3 3034,-13 0-3034,30-3 926,-32 2-926,13-1 2779,0 2-2779,-12 0 0,20 0 0,-20 0 0,5 0 0,-5 0 0,-4 0 4606,14 0-4606,-1 2 3010,3 2-3010,-5-1 0,-12 0 0,-3-3 0</inkml:trace>
  <inkml:trace contextRef="#ctx0" brushRef="#br0" timeOffset="36904">9934 6946 24575,'-10'0'0,"-1"0"0,7-3 0,-5-6 0,9 2 0,-3-11 0,6 8 0,-3-3 0,11 4 0,-8 3 0,16-8 0,-13 8-6784,19-19 6784,-16 19 0,9-9-4537,5-2 4537,-13 11-1776,35-22 1776,-33 21-2445,31-15 2445,-34 17 0,12-4 239,-10 4-239,-3 4 641,4-5 0,-9 6 0,0-3 0</inkml:trace>
  <inkml:trace contextRef="#ctx0" brushRef="#br0" timeOffset="37770">9858 6943 24575,'14'30'0,"0"-4"0,-2-1 0,-4-14 0,7 15 0,5 2 0,4-3 0,-1 7 0,6-4 0,-18-17 0,4 1 0,-8-4 0,1-4 0,-1 5 0,8 0 0,-4 1 0,0 7 0,-4-9 0,-4 7 0,6 8 0,-5-13 0,2 13 0,5 5 0,-9-17 0,15 31 0,-12-32 0,9 15 0,-9-17 0,6 9 0,-10-9 0,10 9 0,-9-10 0,6 8 0,-7-11 0,1 1 0</inkml:trace>
  <inkml:trace contextRef="#ctx0" brushRef="#br0" timeOffset="38821">11388 6134 24575,'9'0'0,"0"0"0,1 0 0,8 8-3380,-13-3 3380,9 4-5137,1 15 5137,-9-15 0,11 16-3131,-5 17 3131,-7-24-1463,5 26 1,0 1 1462,-8-24 855,6 32-855,-8 2 0,0-36 0,0 36-319,-3-22 1,0-3 318,2-10 1517,-1 9 0,-1 4-1517,-6 20-3034,7-35 3034,-6 35 0,0-6 0,6-30 3034,-6 30-3034,-1-2-3034,4-30 3034,-3 30 0,-6 0 0,11-30 3034,-8 30-3034,3-6 0,3-24 0,-1 18 0,0 0 4537,3-20-4537,0 32 0,3-36 6784,6 11-6784,-5-13 0,5-1 0,-6-3 0</inkml:trace>
  <inkml:trace contextRef="#ctx0" brushRef="#br0" timeOffset="39989">11447 6259 24575,'6'0'0,"0"-3"-9831,34-9 8341,-26 7 4308,26-6-2818,5-1-774,-29 10 774,29-12-3711,0 2 3711,-29 6 485,19-4 1,0 1-486,-19 7-2803,27-9 2803,-31 10 317,13-2-317,-16 3 2960,25 0-2960,2 0-1026,-4 0 1026,-1 0 0,1 8 0,-20-5 1248,19 5-1248,-2 0 0,-20-3 0,19 4 0,-14 2 0,4 5 0,1-5 4537,-7 6-4537,2 14 867,-11-18-867,8 20 0,-8-27-3731,6 49 3731,-4-35-436,0 21 1,-2 1 435,-3-13-3169,0 8 3169,0-17-404,-11 17 404,8-24-323,-11 18 1,-2-1 322,9-17-783,-13 14 0,0-1 783,10-17 1948,-10 18-1948,4-15 1675,12-4-1675,-12 4 3863,1-4-3863,-13-7 0,6 5 0,-25-12 0,35 5-3863,-44-10 3863,43 6 0,-16 0 0,0-1 0,17 1-84,-33 0 84,35 5 0,-18 0 0,3-6 0,-10-3 0,9 1 3822,-14-9-3822,25 12 2158,-15-4-2158,3 7 0,-1 2 0,4 0 0,-7 0 0,22 0 0,-2-9 0,9 7 0,4-6 0</inkml:trace>
  <inkml:trace contextRef="#ctx0" brushRef="#br0" timeOffset="41037">11900 6700 24575,'5'20'0,"-4"-10"0,16 21 0,-11-22-9831,17 13 8341,-15-17-665,18 12 2155,-17-13-879,25 27 879,-24-17 0,13 9 0,-3 16 0,-10-25 0,8 23 0,-2 2 0,-12-26 3034,10 24-3034,-6-1-2903,-3-25 2903,4 28 0,-6-35 0,8 35 0,-8-25 3098,8 25-3098,-3-8-2581,-3-18 2581,4 20 0,-6-29-141,11 27 141,-11-19 0,14 13 3285,-5 0-3285,2-1-3285,4 22 3285,-5-22 2527,-7-2-2527,3-7 0,-8-6 4537,7 5-4537,-1 3 0,2-6 0,-2 8 0,4-2 0,-9-9 0,6 17 0,-7-15 6784,4 10-6784,5 5 0,-6-14 0,16 36 0,-15-35 0,16 33 0,-14-35 0,2 10 0,-6-17 0</inkml:trace>
  <inkml:trace contextRef="#ctx0" brushRef="#br0" timeOffset="42406">12673 5650 24575,'-16'0'0,"4"3"0,7-3-9831,-12 9 8341,7-8 1490,-10 5 1129,0 2-1129,10-3 0,-7 6 0,-2 6 0,12-8 1933,-13 9-1933,-5 10-3473,17-17 3473,-17 18 0,21-23 4333,-18 16-4333,-2 2-3277,0 3 3277,5-10-769,10-6 769,2-7 896,-5 8 1,9-8 0,0-2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22:21:59.28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7380 2770 24575,'30'0'0,"18"9"0,-27-4-4916,12 3 1,0 1 3425,-13-4 1490,30 6 2818,-2-8-2818,-5 2 0,2-1 859,-14-2 1,0 0-860,25 3 0,-5-1 0,-19-4 0,19 3 0,-16-3 0,-17 0 0,23-3 0,-25 3-3260,12-6 3260,-21 5 0,16-4 0,-10 4 0,7-2 0,-2 3 0,-7 0 5170,15 0-5170,-3 0 4874,-1 0-4874,13 0 0,-16 3 0,21-2 0,-21 4 0,16-4 0,-24 2 0,18-3 0,-15-3 0,8 2 0,-10-2 0,0 3 0,-8-2 0,4 1 0,-4-2 0,-1 3 0,0 0 0</inkml:trace>
  <inkml:trace contextRef="#ctx0" brushRef="#br0" timeOffset="4583">10971 7770 24575,'41'7'0,"0"1"0,17 0 0,-3 0-1969,-24-3 1,0 0 1968,16 1 0,-8-1-4071,-29-4 4071,10 2 207,31 3 1,6 1-208,-14-3 0,-2 1 0,9 1 0,3 2 0,-6 0 0,2 0 0,1 1 0,-2 1 0,8 2 0,-1 0 0,2 1-557,-8-3 1,2-1-1,0 1 1,-6 0 556,19 7 0,-19-5 3238,-34-11-3238,19 8 0,7 1 0,8-6 0,-14 4 0,0 0 0,27-4 0,-38-1 1329,9 0-1329,-4 3 0,-14-5 0,17 7 5252,-20-7-5252,3 2 0,-7-3 0,-1 0 0</inkml:trace>
  <inkml:trace contextRef="#ctx0" brushRef="#br0" timeOffset="15802">11380 4506 24575,'29'-1'0,"-10"2"-9831,9 16 8341,-21-8 4308,15 11-2818,-4 12 1217,-8-17-1217,12 24-3178,-18-30 3178,2 5 0,16 34 0,-17-32-1106,8 27 0,5 15 0,-5-11 1106,-6-16 85,1 3 0,3 9 0,-3-6-85,-2 7-414,6 8 0,0 3 414,-7-23 0,0-1 1517,6 13 0,0 3-1517,2 7 0,0-6 2439,-1-17-2439,2 23 0,0 3-3842,1-13 3842,-7-20 0,9 26 3149,-4-14-3149,-3-9 0,-1 11 0,-4-28 0,2 14 1972,-3-13-1972,4 26 6379,-5-27-6379,1 15 0,1-23 1224,-4 9-1224,2-8 0,-11-11 0,3 6 0,-16-30 0,10 13 0,-7-9 0,-2-3 0,-3-3-3392,-1-6 0,1 1 3392,7 13 0,3 0 0,0-2-745,5-2 0,1 0 745,-8-16 0,6 10 0,-2-6 0,2 6 0,-3-11 0,1-3 0,2-2 0,5-3 0,1 25 0,0-1 0,3-19 0,0 46 6046,0-8-6046,3 30 0,-3-12-4556,14 26 4556,-11-21 0,11 23-4537,0 4 4537,-7-19 0,12 26 0,-7 0 0,2-14 0,-1 13 0,-2-3 0,0-3 0,-4-11 2268,1 8 1,1 1-2269,2 6 0,-3-8 0,1 10 0,-1-7 0,-7-23 6784,2 21-6784,-3-16 0,5 35 0,-3-34 0,6 13 0,-7-24 0,2-2 0,8-3 0,-6 0 0,23-17 0,-15 7 0,16-26 0,-15 19 0,0-14 0,1 0-5856,-3 13 5856,5-23 0,-14 34-549,12-25 0,3-6 549,-4 5-2240,9-21 0,0 2 2240,-12 28-513,8-29 0,1 0 513,-7 28 1605,5-22 1,-3 12-1606,-10 39 912,-3-12-912,-8 32 0,2-20 0,-5 4 0,6-6 0,-1-6 0,2 3 0</inkml:trace>
  <inkml:trace contextRef="#ctx0" brushRef="#br0" timeOffset="17925">10761 2081 24575,'-32'-6'0,"1"0"0,-15 2 0,-4 0 0,1-3 0,-3-2 0,2 1 0,-6 1 0,0 0 0,11 0 0,-1-2 0,7 1 0,-4-3 0,-9-1 0,-8-2-2835,13 5 1,0-1 0,2 1 2834,-1-1 0,0 0 573,10 3 0,-2-1 0,-2 1-573,-16-2 0,-3 0 0,9 2 0,0 0 0,-6-2 0,-11-3 0,21 5 0,33 7 0,-2-3 0,-12 3 6784,13 0-6784,-23 0-3392,66-20 0,10-2 3392,-28 11 0,29-13 0,12-2-1086,-7 9 0,-2 3 1086,-14 2 0,1 0 0,18-6 0,9-2 0,-8 3 0,-20 5 0,-2 1-327,26-9 1,-4 3 326,-17 6 0,3-3 0,-22 13 5385,-18-2-5385,-7 9 0,-4-2-1112,-26 9 0,-17 7 0,12-4 1112,7-3 0,-11 3 0,-12 3 0,21-6 776,31-8-776,-31 6 0,-4 2-1013,23-6 1013,-20 6 0,4-3-2956,29-8 2956,-7 3 4818,-6 1-4818,15-2 0,-14 2 0,18-3 1162,1 2-1162,14 22 0,-2-7 0,9 9 0,15 4 0,14 6 0,-2-2 0,-12-11 0,-1-2 0,3 3 1027,1 3 1,4 2-1,-1 1 1,-2-3-1028,0 1 0,-1-3 0,-4 0 0,1 6 0,-3-2 0,-6-8 0,-2-1 0,1 3 0,-7-7 0,-13-17 0</inkml:trace>
  <inkml:trace contextRef="#ctx0" brushRef="#br0" timeOffset="131089">3903 2318 24575,'-45'-17'0,"5"0"0,16 11 0,11 2 0,-18-5 0,22 9 0,-5-3 0,4 3 0,6 3 0,-4-3 0,7 3 0,-2-3 0</inkml:trace>
  <inkml:trace contextRef="#ctx0" brushRef="#br0" timeOffset="139558">3805 2316 24575,'-13'-12'0,"-8"5"0,-12-2 0,5 8 0,-3 1 0,-23 0 0,1 4 0,21 0 0,3 1 0,12 2 0,-20 2 0,20 2 0,-3 3 0,5 1-6784,6 1 6784,5-7 0,2 0 0,4 9 0,-1-7 0,2 35 0,-6 6 0,-3 1-2269,-4-10 1,-1-2 2268,1-5 0,-1-7 0,0 3 1576,3 7 1,3-2-1577,-3 8 0,1 0 0,5 0 0,9-15 0,1-3 0,1 9 0,5 0 0,-11-36 0</inkml:trace>
  <inkml:trace contextRef="#ctx0" brushRef="#br0" timeOffset="140055">3332 2676 24575,'13'4'0,"13"4"0,-14-4 0,28 8 0,10 0 0,7-2 0,-4 2 0,1-6 0,-30-2 0,6-1 0,-22-3 0</inkml:trace>
  <inkml:trace contextRef="#ctx0" brushRef="#br0" timeOffset="141060">4438 2215 24575,'-28'14'0,"1"1"0,-12 10 0,-5 8 0,0 4 0,23-16 0,-1 2 0,-9 9 0,-4 5 0,3-1-4916,-1 9 1,2-1 4170,4-8 0,-1 1 965,2 0 0,-2 2 1,6-7-221,1-2 990,-1-3 1,0 2-991,5-3 0,2-3 0,1-5 0,-9 22 0,0 3 5845,13-5-5845,-2-5 0,1-1 0,4 5 2834,1-9-2834,-2-8 0,3-2 0,-4 7 0,6-13 0,3-6 0</inkml:trace>
  <inkml:trace contextRef="#ctx0" brushRef="#br0" timeOffset="141809">4730 2159 24575,'0'40'0,"0"-10"0,0 9 0,0-18 0,-2 13 0,1 4 0,1-7 0,-1 0 0,-2 0 0,0 1 0,3 10 0,0-3 0,-3-3 0,3 7 0,0 7 0,0-27 0,0 10 0,0 3 0,3 7 0,-3 2 0,3 1 0,-3-30 0,0 7 0,-3-6 0,3 3 0,-3-2 0,3-5 0</inkml:trace>
  <inkml:trace contextRef="#ctx0" brushRef="#br0" timeOffset="142495">4484 2306 24575,'28'-6'0,"2"0"0,4 0 0,17-5 0,2 4 0,2-1 0,-16 0 0,-1 0 0,9 0 0,-1 0 0,5-5 0,-5 1 0,-26 9 0,-1 0 0,-7 17 0,-9-11 0,-3 11 0</inkml:trace>
  <inkml:trace contextRef="#ctx0" brushRef="#br0" timeOffset="165441">1032 3377 24575,'34'-18'0,"-9"4"0,-22 14 0</inkml:trace>
  <inkml:trace contextRef="#ctx0" brushRef="#br0" timeOffset="166611">1685 2439 24575,'-17'6'0,"-15"9"0,13-4 0,-6 4 0,11-6 0,-7 5 0,9-3 0,-27 21 0,-8 10-2262,21-12 1,0 3 0,0-1 2261,-15 9 0,1 0 0,4 4 0,10-1-1130,22 6 1130,-2-11-4162,3 14 4162,3-32-321,2 11 0,1 1 321,4 1 1922,-5-4 0,3 4-1922,15 13 0,5-2 521,-8-18 1,3 1-522,3 8 0,2 4 0,0-5 0,1-8 0,-1-4 0,12 7 0,-2-7 0,-23-17 6266,17 7-6266,-15-20-5219,1 2 5219,-3-5-397,0-18 0,-1-3 397,-1 7-2137,0-30 0,-2-1 2137,-6 28 0,-13-25 0,-6-3 0,2 29 0,-2 2 2137,-10-17 0,-3 1-2137,6 16 0,0 4 0,-11-1 794,0 15-794,20 9 6784,-20 12-6784,8 19 0,1 11 0,7-6 0,8 10 0,4-19 0,0 5 0,-1 3 0,7-17 0,-2 12 0,3-19 0,3 1 0,-2 4 0,4-12 0,-1 10 0,5-11 0,-5-6 0,1 3 0</inkml:trace>
  <inkml:trace contextRef="#ctx0" brushRef="#br0" timeOffset="280867">1325 2064 24575,'-49'18'0,"1"1"0,-1 0 0,0 0 0,1 0 0,7-6 0,5-1 0,-1 4 0,-7 4 0,-4 5 0,3 1 0,10-2 0,11 3 0,5 0-4916,0 7 1,0 0 4170,-2-8 0,1 3 1024,3 7 1,1 6 0,4-7-280,2 5 537,3 6 0,-1 10 1,3-6-538,2-8 0,2-1 0,1 13 0,0 1 0,1-16 0,-1-3 0,0 19 0,0-19 0,-1 0 0,-4 19 0,3-19 0,0 0 0,-1 4 0,3 1 0,2 0 0,0-4 0,6 2 0,0-1 0,-2-4 0,10-2 0,6 5 0,-2-6 0,6 6 0,0-7 0,6 3 0,-4-8 0,3-5 5751,10 9-5751,1-9 0,-7-1 0,1 2 0,-9-8 0,0 1 1258,19 12 1,2 2-1259,-6-5 0,3 0 0,-8-4 0,3 3 0,1-1 0,-3-2 0,0-1 0,-2-1 0,0 0 200,3 3 1,1 0 0,-8-4-201,1-4 0,-22-5 0,23 5 0,-20-9 0,15-8 0,-16 3 0,10-12 0,6-5 0,-12 4 0,12-6 0,-1-8 0,-14 13 0,7-9 0,1 0 0,-6 5-3392,1-8 0,0 1 3392,-5 15 0,5-22-794,14-9 794,-18 21 0,7-16 0,-1-1 0,-8 11 0,0-12 0,-1-2 0,0 3 0,-3-12 0,-2-2 0,-2 9 0,0-13 0,-3 0 0,-3 8 0,3 19 0,0-1 0,-2-6 0,1 4 0,1 0-2137,2-16 1,1-1 2136,-1 19 0,1 3 0,-1-6 1172,-2-15 0,-3 2-1172,0-3 337,2 1 0,-2 3-337,-11 3-3858,-5-1 3858,3 2 0,-3 5 3858,13 25-3858,-15-21 0,5 9 1024,-1-4 1,-1-2-1025,-8-10 0,-4-6 0,11 21 0,0 3 0,-3 0 0,-17-8 0,-2 3 0,6 9 0,-9-9 0,2 3 0,16 18-4537,-24-17 4537,33 21 0,-11-9 2268,-5 7 1,-3 2-2269,6 0 0,-1 0-719,-7-1 1,-1 0 718,-14 0-4061,-1 0 4061,25-1 0,-1 2 0,-2 1 0,-11 1 0,17 0 0,-19 0 0,23 0 240,7 0 0,-3 0 1,16 0-1</inkml:trace>
  <inkml:trace contextRef="#ctx0" brushRef="#br0" timeOffset="286594">10777 9299 24575,'20'-4'0,"-2"1"0,-4 3 0,-3-3 0,-7 0 0,-37-17 0,5 7 0,-10-3 0,0 0 0,7 1 0,-2 6 0,1 0 0,9 0 0,-17 5 0,25 2 0,-17-1 0,14 2 0,-4-2 0,-15-5 0,-2 0 0,8 1-2262,-7-3 1,-9-2 0,9 2 2261,8 4-1513,-12-4 1,-12-2 0,11 3 1512,11 5-536,-7-3 1,-13-2 0,-1-1-1,13 2 536,-1 1 0,1 1 0,-8-2 0,6 2 0,-14 2 0,11 4 0,4 1 3476,38-4-3476,20-20 5198,2 0-5198,6-5 0,0 5 0,-13 15 0,28-15 0,-20 14 0,7-3 0,1 1 0,-8 6 0,14-11 0,0 1 0,-16 10 4789,21-17-4789,-28 18 0,-53 28 0,28-14 0,-26 12 0,-4 1 0,12-10 0,-4 2 0,-1 1 0,7-4-3392,-1 0 0,3-1 3392,8-3 0,-8 3 0,7-5 0,5 4 0,-5-3 0,-2 6 0,11-8 0,-9 4 0,3 5 0,10-9 0,-4 10 6784,6-3-6784,6-5 0,-6 5 0,5 11 0,-2-13 0,3 24 0,3-22 0,6 17 0,2-18 0,-2 7-6784,11-1 6784,-14-11 0,11 11 0,0-5 0,-5-4 0,20 12 0,-9-10 0,0 0 0,25 12 0,-21-10 0,13 10 6784,-11-5-6784,-21-9 0,9 9 0,-10-9 0,5 12 0,0-15 0,-4 6 0,0-11 0</inkml:trace>
  <inkml:trace contextRef="#ctx0" brushRef="#br0" timeOffset="288964">4081 3462 24575,'-45'-1'0,"10"2"0,-17 8 0,21-2 0,-7 0 0,0 0 0,6 1 0,-11 1 0,0 2 0,9 0-3277,-2 2 0,-9 3 0,8-2 1787,3 2 1490,-7 2 0,0 0-2155,10 0 2155,11-9 2155,-14 10-2155,12-9 0,4 6 0,-14 14 0,22-9 0,-6 31 0,18-25 2268,6 14 1,7 3-2269,4-14 0,6-2 0,6 4 0,4 2 0,-3-4 0,-5-5 0,0-5-2269,11 1 1,-9-5 2268,-22-11 0,-1-4 0,30 8 0,10 1 0,1-3-759,-8-2 1,10 1-1,0-1 1,-10-1 758,11 0 0,3-2 0,-11-1 0,-36-1 1011,25 1 1,18 2-1,2 1-1011,-9-1 0,1 0 0,2 1 0,0-1 0,-1 0 0,1 0 0,-1-1 0,-1 1-1012,12 1 1,-2 1 0,-15-3 1011,-21-2 0,-8 0 2901,29-8-2901,-13 3 0,7-7 0,-1 1 0,-10 4-453,19-16 1,1-1 452,-20 15 1830,14-13 0,-2 0-1830,-21 13 175,5-3-175,6-16 0,-16 19 5922,24-28-5922,-26 25-4591,12-23 4591,-10 22 0,-1-10-2064,-16-11 0,-5 0 2064,5 15-1517,-9-21 0,1 5 1517,14 29 0,-20-19 0,-6-6 0,8 11 0,0 0 0,-11-9 0,1 2 3034,-7 0-3034,-4 11 0,22 10 0,-13 0 0,1 0 0,10 3 0,-19 3 4537,-2 0-4537,-3 4 0,-6 1 0,13-4 0,-2 1 0,-2-1 0,-8 2 0,-1-1 0,3 0-2269,-7-3 1,6 0 2268,19 0 0,-2-2-647,-11-6 1,-5-4 0,9 3 646,0 0 787,-4-3 1,-9-4 0,10 4-788,12 4 0,1-4 0,-3-3 0,-4 5 0,1-1 0,-16-9 0,16 11 0,5 3 0,17 4 4747,-8 3-4747,16 0 0,-2 0 0,6 0 0</inkml:trace>
  <inkml:trace contextRef="#ctx0" brushRef="#br0" timeOffset="293488">1264 847 24575,'0'48'0,"0"-13"0,0 2 0,0 1 0,0 0-9831,0 13 8341,0-31 1490,0-11 392,1 38 0,1 7-392,-2-16 215,3 2 1,0 9 0,0-12-216,-2-13 0,7 19 0,-7-25 5246,2 2-5246,-3-10 2372,-6 13-2372,-1 0 2272,-3 1-2272,-10 15 0,8-25-6784,-17 34 6784,17-36 0,-3 16 0,10-22 0,1 1 0,-12 22 0,-2 3 0,5-10 0,-5 16 0,1-11 0,5-41 0,5 13 0,-7-35 0,2-12 0,2 16 0,1-3 0,-2-7 0,2 6 0,1-6 0,-4-13 0,9 35 0,0-9 0,3 14-4537,-3-36 4537,6 36 0,0-5 0,12 43 4537,-7-11-4537,4 16 0,2 2 0,-3-11 0,4 20 0,10 6 0,-14-20 6784,9 14-6784,-6-13 0,0 1 0,0 0 0,0 0 0,2 3 0,1 0 0,2 5 0,-4-4 0,-6-6 0,7 19 0,-14-28 0,3 23 0,-2-18 0,-2 5 0,1-9 0,9-22 0,-2 0 0,11-13 0,2-4 0,3 0-3392,7-9 0,-1 1 3392,-9 15 0,20-21 0,-34 31 0,13-13 0,3-1 0,-2 0 0,17-14 0,-16 10 0,-1 1 0,0 2-4537,16-21 4537,-26 29 0,-6 8 1541,18-23 0,2-5-1541,-11 13 0,17-14 0,-6 3 0,-24 23 0,7 1 0</inkml:trace>
  <inkml:trace contextRef="#ctx0" brushRef="#br0" timeOffset="298477">1830 5131 24575,'-2'27'0,"1"-4"-9831,-7 22 8341,6-25 4308,-6 13-2818,4-8 1719,-2-4-1719,0 14 0,-1-23 0,4 5 0,0-8 6784,3-2-6784,0 5 0,3 0 0,-2-2 0,1 0 0,-2-5 0</inkml:trace>
  <inkml:trace contextRef="#ctx0" brushRef="#br0" timeOffset="300403">6943 6851 24575,'33'0'0,"19"0"-9831,-15 0 8341,-1 0 1490,-5 0 2818,-7 6-2818,-8-5 1719,18 7-1719,-19-7-4537,17 13 4537,-20-9 4537,22 32-4537,-16-3 0,4 2 0,-7 13 0,-12-33 0,0 10 0,-3 6 0,-3-12 0,2 10 0,-13 12 0,6-23 0,-6 10 0,-2 2 0,-2-8 0,-2 1 0,-1-1 0,-1-6 6784,-28 10-6784,10-17 0,3-1 0,-4-9 0,21-15 0,3 6 0,3-11 0,11 16 0,-6-21 0,5 17 0,-2-15 0,6 14 0,8-15-6784,0 11 6784,2-10 0,9 13 0,-10 3 0,23-4 0,-17 6 0,19 0 0,-18 5 0,26 8 0,-27-3 6784,10 7-6784,-11 13 0,-8-8 0,7 26 0,2 1 0,-5-19 0,-2 16 0,1-11 0,-1-36 0,-6 10 0,6-19 0,-7 8 0,4 1 0,-4 3 0,2 3 0</inkml:trace>
  <inkml:trace contextRef="#ctx0" brushRef="#br0" timeOffset="312825">10881 7910 24575,'30'-7'0,"26"6"0,-23 6 0,20 3 0,3 2 0,-22-4 0,0-1 0,5 2 0,4 0 0,-4-2 0,2 0 0,-5-1 0,20-2 0,-9 2 0,3 0 0,-10-1 0,-4 0 0,9 1 0,-16 1 0,-1-1 0,6-1 0,-28 0 0,6 0 0,-4-2 0,17 7 0,-12-4 0,32 11 0,-10 3 0,6-3 0,6 16 0,-6 1-6784,-12-7 6784,1 1 0,-26-21 0,-1-1 0,36 21 0,-13-5 0,16 7 0,-13-10 0,-16-10 0,6 0 0,-6-5 6784,-7 1-6784,-3 12 0,-3-6 0,0 8 0,0-5 0,0-5 0,0 10 0,0-9 0,2 4 0,2-9 0,21-11 0,-8-1 0,8-5 0,2-1 0,-1 0 0,7-4 0,-18 11 0,-1 2 0,-6 2 0,7-5 0,-12 8 0,0-1 0</inkml:trace>
  <inkml:trace contextRef="#ctx0" brushRef="#br0" timeOffset="335963">4271 325 24575,'-3'13'0,"2"-1"0,-13 22 0,11-21 0,-11 32 0,0 3-1064,7-19 1064,-2 0 0,-1 2 0,2 2 0,2 0 0,-6 17-3129,2 5 1,2-2 3128,3-19 0,2-1 0,1-5 0,2-19 0,0 14-4359,0 15 4359,0-19 179,1 16 1,1 3-180,1-1 0,-1-6 0,0 0 0,0 0 4537,-2-5-4537,0-16 0,0 14 0,-3-10 6784,0 23-6784,-1-23 0,2 12 0,-1-14 0,-3 9 0,-1-3 0,0 3 0,-1-4 0,7-9 0,-8 9 0,3-1 0,-10 14 0,8-11 0,-9 10 0,13-25 0,-11-7 0,-9-24 0,11 9-5662,-10-13 5662,17 24-4908,-18-25 4908,11 20 0,-16-22 0,24 26 0,-11-6 0,-6-10 0,3 5 3786,-5-5-3786,4-2 6784,11 13-6784,-9-8 0,6 4 0,5 8 0,-8-14 0,8 18 0,1-9 0,0 10 0,14 26 0,5 3 0,1 14 0,2-13 0,-1 0 0,-5-3 0,10 14 0,-1 0 0,-8-12 0,7 6 0,-2-3 0,-7-16 0,13 13 0,-2-11 0,-3-1 0,3-4 0,-10-9 0,-1 0 0,3-3 0,-5 2 0,2-4 0,-3 1 0,3-2 0,6-9 0,27-24 0,-20 17-3392,4-10 0,-2 4 3392,-14 19 0,8-19 0,3-6 0,-1 8 0,-1 1 0,14-21 0,-12 16 0,-3 9 0,-10 19 0,3-6 0,15-4 0,-15 10 0,14-10 0,-21 12 0,-1 0 0</inkml:trace>
  <inkml:trace contextRef="#ctx0" brushRef="#br0" timeOffset="338804">13034 3055 24575,'-21'9'0,"-21"17"0,29-19 0,-29 24-8503,-7-4 8503,22-6 0,-6-2 0,4-2 1719,18-11-1719,-27 13 0,-6 3 0,6-3 0,3-3 0,-3 1 0,-8 4 0,6-2-847,15-9 847,-16 7 0,-6 4 0,0 2 0,3-2 0,-1-2 0,11-3 0,-4 4 0,-5 3 0,5-3 0,-5 3 0,-2 0 0,2 0 0,5-2 0,-2 1 0,4-1 0,-8 3-473,5-3 0,-8 3 0,-6 4 0,-3 0 0,-2 2 1,2-2-1,3-1 0,5-2 0,9-5 473,-6 4 0,8-4 0,-5 2-95,-5 1 1,-7 3 0,-2 1 0,4-2 0,7-3 94,-6 3 0,5-4 0,7-6 0,-1-2 0,0 1 0,4 0 0,1 1 0,-2 0 0,-8 2 0,-2 0 0,10-4 0,1-1 267,3 1 1,-2 0-268,0-1 0,0-2 0,6-1 0,-1 0 0,-22 5 0,2 0 0,3-4 0,9 1 0,1-1 0,9-5 2144,-2 2 0,-2 0-2144,3-3 0,0-1 0,-27 7 0,0-1 0,5-1 0,24-3 0,-17 6 0,-1 1 0,20-1 0,-4 5 0,-1 0 0,-3 0 0,-4 4 0,1 0 0,1-4 0,-5 0 0,1-1 0,8-1 751,-11-1-751,2 3 0,27-10 0,-26 8 0,38-22 6784,-6 8-6784,33-30 0,-18 22 0,19-21 0,7-1 0,1-1 0,1 1 0,2-2 0,9-5 0,-8 8 0,-6 8 0,-2-1 0,-2 2 0,-9 14 0,-12-1 0,35-7 0,-25 5 0,34-8 0,-36 12 0,15-3 0,-23 7 0,-10 4 0,-27 10 0,-8-2 0,-6 4 0,0 1 0,-4-3 0,-4 5 0,1 1 0,8-4 0,3 0 0,1 2 0,1 6 0,-4 8 0,19-8 0,2 11 0,0-4 0,0 0 0,-4 7 0,3-14 0,6 3 0,-5-3 0,16-12 0,-5 9 0,8-12 0,-4 4 0,4-7 0,-2 13 0,9 0 0,-5 4 0,13 0 0,-12-11 0,9 5 0,-10-7 0,13 5 0,-9-6 0,7 7 0,5-6 0,-8-2 0,33 7 0,1-3-3392,-9-6 0,1-1 3392,6 2 0,-2-6 0,-32 0 0,22 0 0,-18 0 0,17-3 0,-16 2 0,18-7 0,-8 7 0,27-8 0,-26 8 6784,7-1-6784,-16 2 0,-7 0 0,21 0 0,-14 0 0,15 2 0,-16-1 0,-4 2 0,0-3 0,-2 0 0,-4 0 0,0 0 0</inkml:trace>
  <inkml:trace contextRef="#ctx0" brushRef="#br0" timeOffset="357532">13396 1674 24575,'48'0'0,"-6"0"-7417,-35 0 7417,2 3 0,-3-3 2113,3 3-2113,27 1 0,8 0 0,-17 0 0,4 0-1060,11 2 1,10 3 0,2-1-1,-7-1 1060,4-2 0,-1 0 0,-1 3 0,4 1 0,-9-3-3623,7-2 3623,-19-1 1844,-20 0-1844,20 1 0,14 2 0,-3-1 0,-7-1 0,3 1-215,3 0 1,9 2 0,7 0 0,2 0 0,-3 0 0,-6-1 214,-1-1 0,-4-1 0,-1-1 0,3 2 0,0-1 0,3 2 0,0-1 0,-2 0 0,-4-1 0,7-1 0,-4-2 0,-9 0 3900,-1-1-3900,2-2 0,-30 1 5831,-9 15-5831,-14 31-738,1-15 738,1-1 0,-1 3 0,-6 7 0,0-1 0,7-10 0,-2 3 0,-8 16 0,-4 8 0,2-1 0,7-14 0,2 0 0,0-2-284,-9 13 0,0 1 284,6 6 0,3-11 0,8-32 0,1 34 0,2 2-1152,-1-25 1152,3 22 0,0-5 663,1-33-663,4 28 0,1 9 0,-1-17 0,0 0 0,3 13 0,0 0 1611,-3-8 0,-2-4-1611,1 5 0,-3-3 0,0 9 0,0-25 0,0 29 0,0-33 362,0 16 0,0-25 0,0 1 0</inkml:trace>
  <inkml:trace contextRef="#ctx0" brushRef="#br0" timeOffset="358973">11232 7714 24575,'22'30'0,"-13"-14"0,22 10 0,15-3-1096,-25-10 1096,11 0 0,-2 0-4452,-20-6 4452,13-1 0,9 4 0,6 2 0,9 1 0,4-1 0,0 2 0,0 0-2474,-4-1 1,-9-2 2473,-18-8 0,-13 0 421,2-3-421,38 10 0,7 2 3290,-22-6-3290,8 3 0,8 4 0,-14-5 0,-22-6 0,30 9 0,-32-10 0,18 4 0,-17-1 6784,18 2-6784,-14-3 0,6 0 0,-1-3 0,-11 0 0,19 0 0,-8 3 0,3 0 0,6 6 0,-17-5 0,14 8 0,-18-11 0,6 4 0,-10-5 0,-1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7T18:05:07.08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2412 1647 24575,'-4'6'0,"-3"26"0,1 5 0,3-15 0,-3 18 0,1-5-3569,5-28 3569,0 8 0,0 16 0,0-15-3185,0 16 1,0-1 3184,0-16 0,0 24-2219,3 6 2219,-3-30-1922,3 30 1922,-3-39-845,0 22 0,0 4 845,0-13 1166,0 9 1,0 4-1167,1 2 0,1-4 0,-1-10 0,0 11 0,0 5-460,0-1 1,-2-4 459,1-5 1517,0 5 0,0 4-1517,6 18-3034,-5-36 3034,5 33 3034,2-5-3034,-3 1 4537,4 6-4537,-4-15 0,-1-5-4522,-3-17 4522,4 24 0,7 11 0,-10-30 0,12 31 0,1 0-3039,-9-34 3039,8 31 840,-3-17-840,-5-21 3454,11 31-3454,-10-32 0,-1 9 0,-3-7 5166,-3 4-5166,0 7 4885,0-4-4885,0 7 0,0-17 0,-3 12 0,3-12 0,-6 12 0,6-12 0,-6 15 0,3-2 0,-1-3 0,-4 19 0,4-30 0,-5 29 0,5-29 0,-1 18 0,7-20-6784,46-2 6784,-30-5 0,38-3 0,-46 2-1513,24-3 1,16-3 0,-7 2 1512,-2-1-250,-5 1 0,8-2 0,3 0 250,-3 2 0,5-1 0,-3 1 0,-9 0-2786,17-5 2786,-16 5 0,10 0 0,2 0 0,-3-1 0,4-3 0,-3-1 0,-7 3 0,9 2 0,-2-4 0,9-3 0,-17 6 2786,-26 7-2786,36-12 0,5-1-2284,-21 8 2284,13-5 0,5-1 0,-8 5 0,-8 3 0,-9 1 0,11-2 0,3-1 0,-7 1 0,-4 1 0,-7 2-1015,11-2 1,-5 0 1014,-23 4 547,45-6-547,-31 5 0,28-5 0,0 1 0,-28 3 2300,31-3-2300,-12-1 0,-24 5 0,24-5 2216,-2 1-2216,-1 1 4537,7-3-4537,10 2-4537,-40 4 4537,18-2 0,9 1 0,-25 1 0,27-2 0,12 0-3034,-33 3 3034,32-3 0,1 3 0,-36 0 3034,35 0-3034,-8 0 0,-29 0 0,19 0 0,-2 0 0,-21 0 0,27 3 0,-30-3 4537,17 3-4537,-12-3 6784,2 0-6784,1-3 0,-3 2 0,-1-1 0,-1 2 0,-6 0 0,-3-3 0,9-12-3731,-10 6 3731,9-11-5548,6-31 5548,-10 31 0,3-8 0,1-4 0,-2-7 0,0 3-3710,3-6 3710,-4 5 0,2-4 0,3-4 0,0 5-1366,-5 11 1366,6-17 0,2-7 0,0 7 0,0 2 0,-6 15 0,0-2-677,6-14 1,2-8 0,-3 12 676,0 9 0,-2-6 0,-2 5 0,-7 21 0,6-19 0,0-4 0,-1 4 1014,-1 3 1,1-2-1015,1-6 0,-2 3 3034,-4 2-3034,5-21 0,1 0 0,-6 23 0,3-21 0,-5 43 0,4-38 0,-2 27 0,2-26-3034,6 10 3034,-10 22 0,9-19 0,-5 19 3034,-4 7-3034,-17-1 0,5 7 0,-35 4 0,34-1 0,-21-1 0,0 0 0,17 1 0,-30-2 0,-11 1 0,29-2 0,-10 0 0,-10 0 0,9-1 0,8 0 0,-4 0 0,-3 0 0,-5 0 0,5 0 0,13 0-1517,-18 0 0,6 0 1517,29 0-1015,-24 0 1,-5 0 1014,13 0 1014,-7 0 1,-5 0-1015,-2 5 0,4 0 0,8-3 0,-10 3 0,2 0 3034,21-2-3034,-31 2 0,-4 1 0,17 0 0,-11 0 0,-10 2 0,0 2 0,-4 2 0,8-2-761,18-3 1,-3 0 760,-8 2 0,-15 3 0,-8 3 0,-4 0 0,3 0 0,6-3 0,14-2 0,-1-2 0,1 0 0,-4 3 0,-13 4 0,-2 0 0,8-2 0,16-5-948,8-7 948,-2 4 0,-15 3 0,-8 2 0,-2 0 0,4-1 0,12-3 0,-3 0 0,0-1 0,-3 2 0,-9 2 0,-5 1 0,2-1 0,9-3 0,-1-2 0,6-2 0,8-1-1325,-10 1 1325,7 0 0,-6 1 0,7-1 0,0-2 0,24 0 760,-21 0-760,20 0 2845,8 0-2845,-8 0 0,-17-6 0,21 5 4443,-34-10-4443,26 9 6644,-1-3-6644,-1 5 0,15 0 0,-3 0 0,-6 0 0,8 0 423,-9 0-423,-12-3 0,17 2-6784,-23-4 6784,28 4 0,-9-2 0,9 3 0,-3 0 0,7 0 0,2 0 0</inkml:trace>
  <inkml:trace contextRef="#ctx0" brushRef="#br0" timeOffset="1384">3827 3529 24575,'-12'8'0,"4"-6"0,-20 28 0,18-24 0,-13 18 0,-10 15-8503,20-23 8503,-18 25-1409,8-6 0,2-3 1409,5-8-1517,-7 11 0,1-3 1517,13-20-1015,-21 33 1,-3 6 1014,10-20 0,2 1 0,-3 7 0,5-12 0,7-18 0,-10 16 0,-9 11 0,5-6 0,-7 5 0,4-3 0,-9 9 0,0-1 0,10-10 0,3-4 1014,-5 3 1,0 3-1015,-3 10 0,20-27 0,-18 27 0,6-1 0,17-25 3034,-15 25-3034,-5 7-3034,22-32 3034,-21 32 0,12-20 0,2-3 0,0-8 1517,-1 8 0,-3 3-1517,-3 11 0,1-4-3034,8-10 3034,-8 10 0,-1 4 0,9 0 0,1-5 0,0-11 1517,-2 11 0,2 2-1517,5-8 0,4-16 0,-4 22 0,-4-18 0,4-3 0,-6-1 4537,10-7-4537,-18 10 0,12-9 0,-10 11 0,-2 2 0,12-8-2269,-8 13 1,-1 2 2268,7-13 0,-5 21 0,-8 7 0,14-25-1150,-9 17 0,1 0 1150,9-20 0,-9 20 0,15-29 0,-2 2 0</inkml:trace>
  <inkml:trace contextRef="#ctx0" brushRef="#br0" timeOffset="4219">2629 5724 24575,'-16'4'0,"4"-2"0,-11-2 0,13 0-9831,-37 0 8341,34 0 1381,-21 0 109,28 0-1627,-44 0 1627,30 0 0,-34 0 0,3-2 0,2 0 0,7 1 0,-4 0 0,-10-2 0,13 1 0,-5-1 0,1 1 0,9 0-649,9 0 0,0 1 649,-22-1 0,-9-1 0,0-1 0,1-2 0,1 0 0,11 1 0,-2 1-677,-3-1 1,-11-2 0,21 3 676,29 4 0,-22-3 0,-3-1 0,12 2 1014,-8-1 1,-2-1-1015,0 2 3034,22 1-3034,-31 12 0,37-8 4537,-4 14-4537,-1 0 0,7-8 0,-14 25 0,15-24 6784,-6 7-6784,11-9-6784,8 21 6784,-5-14 0,11 16-4537,0 16 4537,-5-30 0,6 36 0,-7-19 0,-2-2-3034,-3-3 3034,2 4 0,1 3 0,-4 3 0,-1-4 0,-1-8 0,2 12 0,-1-4 0,-1-25-374,0 25 1,0 7 373,0 3 0,0-1 0,0 7 0,1-1 0,-1 5 0,2-8 0,0-16 0,1-1 0,-2 16 0,0 7 0,0-13 2132,3-20-2132,2 17 0,1 16 0,0 3 0,-1-12 0,-1-13 0,0 0 0,1 9 0,0 8 0,1 3 0,1-4 0,4 6 0,1-1 0,-3-9-1790,-2 1 1790,2 3 0,2 9 0,-3-18 2833,-6-25-2833,6 15 0,2 3 0,2-7 303,4 13 0,1-1-303,0-15 4537,-2 4-4537,-3-8 6784,-8-13-6784,18 1-982,-14-5 982,12 0-6459,13 0 6459,-21 0 0,21-2 0,-28 1 0,21-5 0,3-2-4319,-8 2 4319,5 1 0,4-1-1298,14-8 1,-2 1 1297,-12 5 0,7-4 0,13-5 0,1 0 0,-12 4 0,1-1-508,-3 1 1,12-3 0,-1-1 0,-13 5 507,-7 0 1014,9 0 1,3 0-1015,-2-1 0,-6 2 0,-5 6 0,6-6 0,4-1 0,-1 0 0,-6 2 0,-10 2 1517,11-3 0,2-1-1517,6-6 0,-26 11 0,16-7 0,-1 1 1302,-18 10-1302,12-11 1969,-6 8-1969,-11 1-1762,23-6 1762,-23 7 0,11-2-3534,8 0 3534,-15 3 0,17-1-888,21 2 888,-30 2 1615,32 0-1615,-1 0 0,-18 0-1736,24 0 1736,-34 0 0,32 0 0,-35 2 3034,32-1-3034,-10 2-3034,-25-3 3034,24 0 320,-7 0-320,-20 0 3192,45-6-3192,-12-4 0,-5 0 0,4 2 0,-4 1 0,-22 3 0,32-1-239,-19 2 0,-3 0 239,-8-1 0,8 1 0,5 0 0,1-2 0,-4 1-3034,-7 3 3034,7-3 0,3 0 0,6-3 0,-24 0 3034,36-2-3034,-45-16-656,8 13 656,-14-13 0,0-1 0,0 15 0,0-15 0,6-8 0,-5 21 0,5-21 0,-6 27 0,2-32-2378,-1 24 2378,2-24 0,-1-14 0,-1 2 0,-3 23 0,4-28 0,-2 10 0,-3 42-1706,0-16 1706,2 10 2189,-1-10-2189,-7-22 3273,7 26-3273,-2-18 0,0 1 0,4 20 4894,-3-29-4894,0 25 0,0-3 0,0 0 0,3 12 5705,-3-6-5705,2 7 0,-1-5 0,2-3 0,2-2 0,2-2 0,-1 7 0,3-6 0,3-4 0,-4 4 0,9-16 0,-10 24 0,11-24 0,-2 10 0,0 1 0,2-17 0,-11 29 0,4-12 0,-4 1 0,-1-5 0,0-1 0,0-17 0,-3 11 0,3 3 0,-3-14 0,0 31 0,0-29 0,0 29 0,-3-31 0,3 34-6784,-3-31 6784,3 31 0,-6-28 0,2 17-4537,-7-12 4537,7 15 0,-5-4 0,6 9 0,-6 0 0,2 6 4537,-2 8-4537,-22 0 0,16 0 0,-17 0 0,-20 0 0,32 0 0,-30 0 0,-1 0 0,27 0 0,-32 0 0,20-1 0,4-1-4537,9-1 4537,-9 1 0,-2 0-3034,-19-3 3034,36 1 777,-33 1-777,43 0-2286,-32-3 2286,25 5 0,-18-4 0,0-1 0,20 5 2286,-19-5-2286,11 6 0,10 0 0,-23 0 0,23 0 0,-29-3 0,28 3 2257,-15-3-2257,-10-3 4,22 5-4,-22-5 845,-12-2-845,29 3-1658,-25-1 1,-1 0 1657,26 3 0,-29 0 0,4 6 3311,28-3-3311,-21 6 0,2-1 3692,22-3-3692,-38 12 6784,41-13-6784,-13 5 0,17-6 0,0 3 0,3 0 0,-3 1 0,5 4 0,13-4 0,-3 5 0,9-6 0,5 3 0,-16-5 0,9 1 0</inkml:trace>
  <inkml:trace contextRef="#ctx0" brushRef="#br0" timeOffset="5270">4511 3531 24575,'-7'17'0,"4"-10"-9831,6 32 8341,-2-28-665,21 42 2155,-15-40 2155,11 20-2155,12 6-3034,-20-24 3034,21 24 0,-10-14 0,-2-3 0,-7-2 1517,7 2 0,3 4-1517,9 16 0,-2-4-3034,-6-14 3034,7 13 0,2 6 0,-6-2 0,-5-5 2835,-4-7-2835,0 6 0,4 13 0,0 1 0,-6-12 0,-5-3 0,5 14 0,2 12 0,-8-14 0,0 5 0,-2 0 0,0-8-996,0-4 0,2 4 996,-2-4 0,2 12 0,2 8 0,1 6 0,1 1 0,-1 0 0,-1-5 0,-1-6 0,-1-11 0,0 3 0,-1-9 0,1 6 0,0 3 0,2 5 0,1 6 0,0 1 0,0 2 0,0-2 0,0-5 0,-1 3 0,2 2 0,-2-1 0,1-4 0,-2-4 0,0-8-1103,2 13 1,1 0 1102,-4-12 0,1 8 0,0 5 0,1 2 0,1 1 0,1-2 0,1-6 0,4 4 0,3-1 0,0-3 0,-1-4 0,-4-7 0,0 5 0,0-1 181,0-1 1,2 9 0,3 2 0,0-2-1,-1-11-181,13 7 0,-4-12 0,-8-2 0,8 5 0,3 1 0,5-1 0,-26-25 2810,26 23-2810,-20-15 678,-5-12-678,7 13 0,-11-22 0,-7-2 4537,1-22-4537,-2 10 0,0-5 0,0 12 0</inkml:trace>
  <inkml:trace contextRef="#ctx0" brushRef="#br0" timeOffset="8602">6082 7566 24575,'0'-6'0,"-3"2"0,-12-1 0,6 1-9831,-24-5 8341,22 5 1490,-11-1-2155,-23-4 2155,29 7 2155,-28-6-2155,7 2 0,3-1-3034,12 2 3034,-11-2 0,-7 0 0,-12 4 0,5 1 0,15 1 0,-16-1 0,-4 1 0,16 5 0,6 1 0,1-3-1015,-18 5 1,3-1 1014,26-4 2029,-24 6-2029,25-4 0,-19-1 0,18 0 3034,-24-3-3034,25 0 0,-7 5 0,16-1 0,8 8 0,0-5 0,-1 31 0,-1 5 646,2-16-646,-2 17 0,1-3 0,1-28 0,-5 27 0,-2 5 0,1-13 0,1 6 0,-2 4-1624,-6 3 0,0-6 1624,4-9 1169,-3 9 1,0 2-1170,5-10 0,2-5-2947,0-9 2947,-5 37 0,1-17 0,3-2 0,2-8 1473,-3 8 1,-1 4-1474,4 3 0,0-4-2771,-1-12 2771,1 11 0,-1 5 0,1-4 0,0-5 0,2-8 0,-4 14 0,1-5 0,4-27-1250,-1 43 1250,2-33 2414,0 36-2414,0-46 3611,8 2-3611,22-6 0,-9-3 5399,11-3-5399,22-3-2603,-33 2 2603,31-2 0,-40 6-2269,39-7 1,8-2 2268,-22 5-1012,1-1 1,8-1 0,-11 1 1011,-14 1-339,10 1 1,16 0 0,10 0 0,2 0 0,-3 0 0,-11 0 338,8-1 0,1 0 0,-10 1 0,10-1 0,3 1 0,-1 0 0,-6 0 0,-12 2 0,16 1 0,-16 1 0,12 2 0,8 1 0,5 0 0,-1 0 0,-4 0 0,-9-2 0,8 1 0,-8-2 0,12 1 0,-20 0 0,7 1 0,6 0 0,5 1 0,2 0 0,2 0 0,0 0 0,-3 0 0,-2 0 0,-6-1 0,-6 0 0,-8-1 0,11 0 0,-10-1 0,4 0 238,8 2 0,8 1 0,2 0 0,-1-1 0,-5 0-238,-5-2 0,-2 0 0,-4-1 0,-7 1 0,-7-1 0,-1 0 0,24 2 0,10 0 0,-8-3 0,-14-5 0,-8 0 2618,-5 3-2618,22-9 0,-3 0 3916,-32 9-3916,25-13 1876,-31 14-1876,13-6 6784,-8 4-6784,5-2 0,-6 3 0,1-9 0,-6 10 0,20-14 0,2 2 0,-2 3 0,23-8-6784,-19 11 6784,4-4 0,-4 3 0,-25 0 0,2-4 0,-6-6 0,-3 0 0,0 3 0,0-21 0,0 24-2269,0-21 1,0-2 2268,0 20 0,0-29 240,0 0-240,0 26-1557,-3-23 1,0-1 1556,2 25 0,-4-28 0,-1 4 0,5 27 0,-5-28-161,6 1 161,0 27 3034,0-28-3034,0 1-3034,0 26 3034,0-26 0,0 36 0,-5-39 0,3 29 3034,-3-29-3034,-3 11-3034,3 6 3034,-4-9 0,3 19 2539,3 7-2539,0 6 4291,-3-6-4291,3 4 0,-9-4 0,-4-8 0,5 4 6417,-3 1-6417,5-9-5676,-6-4 5676,1 2 0,-11-17 0,16 32 0,-9-11 0,12 15 0,-5 6 0,3 0 0,-15 3 0,14-2-4537,-27 2 4537,25-3 0,-39 5 0,37-3 0,-17 3-3034,-7-2 3034,23-3 0,-22 3 0,-14 5 0,33-5 0,-33 5 0,19-5 0,3-1 0,6 0 1517,-8 1 0,-4 2-1517,3-1 0,3 1-3034,5 0 3034,-31 3 0,45-8 0,-46 3 0,34-3 275,-33 6-275,45-6-1706,-47 3 1706,32-3 0,-29 1 0,0 1 0,29-1 119,-32 1-119,47-2-206,-48-2 206,38 1 1673,-38-2-1673,13-5 3111,28 3-3111,-22-5 0,1 0-141,23 4 141,-22-8 0,30 14 1665,-33-20-1665,21 13-1808,-19-9 0,-1-2 1808,20 8-1209,-15-4 0,2 0 1209,19 8 2347,-16-5-2347,0 0 1931,16 8-1931,-35-14 4537,36 16-4537,-42-4 0,40 5 0,-25 0 0,-1 0 0,21 0 0,-32 0 0,0 0-4537,33 0 4537,-33-3-3034,16 2 3034,21-2 3034,-32 0-3034,23 3-3034,-18-3 3034,15 3 0,-31 0 0,43 0 3034,-24 0-3034,-2 0-3034,-3 0 3034,-4 0 2889,2 0-2889,35 3 4465,-14 0-4465,10 6 0,-3 1 0,7-3 0,3-2 0</inkml:trace>
  <inkml:trace contextRef="#ctx0" brushRef="#br0" timeOffset="12602">6401 1904 24575,'13'0'0,"41"-3"-9831,-38 3 8341,32-3-665,6 0 2155,-36 2 2155,38-1-2155,-5-1-3034,-31 2 3034,34-2 0,-47 1 0,23 0 0,3 0 0,-14-1 1517,9 1 0,4 1-1517,4 1 0,-3 0 0,-9-3 0,14 2 0,11 0 0,-11 0 0,-13-3 0,5 3 0,3-1 0,20-6 0,-35 6-1517,20-4 0,-1 1 1517,-24 4-2029,32-4 2029,-35 4 2029,16-5-2029,-19 6 0,11-3 0,-11 3 758,5 0 1,-8 0-1,-2 0 1</inkml:trace>
  <inkml:trace contextRef="#ctx0" brushRef="#br0" timeOffset="17269">6443 1886 24575,'6'-6'0,"31"-31"-9831,-23 23 8341,22-22 412,-12 9 1,-2 3 1077,-6 6 1077,6-5 1,1-4-1078,5-13 0,-19 26 0,13-18 0,-2 2 4537,-13 18-4537,24-33 0,-22 37 0,6-14 0,-1 10 0,-3 1 0,5-2 0,-1 2 0,-8 10 0,-1-5 0,-3 6 0</inkml:trace>
  <inkml:trace contextRef="#ctx0" brushRef="#br0" timeOffset="18302">6368 1917 24575,'18'28'0,"7"-3"0,-7-12 0,28 6 0,-34-16-4252,18 11 1,-1 2 4251,-16-11 0,19 17-2818,4 3 2818,-25-13 0,26 16 0,-6 3-3034,-18-19 3034,18 16 0,-5 5 0,-15-25 0,12 25 609,-12-19-609,-9-5 0,9 6 0,-10-10 0,2-4 0,-3 2 0</inkml:trace>
  <inkml:trace contextRef="#ctx0" brushRef="#br0" timeOffset="24538">7954 1180 24575,'6'21'0,"1"7"-7616,-4-11 7616,3 1 0,0 15 0,-2-23 0,2 23 0,2 9 0,-6-21-2040,3 26 0,-1 3 2040,-4-23 1035,0 2 0,0 3-1035,-2 0 0,1-3-3595,0-7 3595,0 8 0,-1-1 0,2-18-567,-3 18 0,-2 1 567,3-8 1517,-2 6 0,0 3-1517,-2 13-3034,5-28 3034,-5 29 0,1-20 0,4-14 3034,-8 31-3034,9-23 0,-3 5 0,3 2 4537,0-17-4537,3 16 6784,-3-11-6784,3 2 0,-3-5 0,-3-7 0,3 4 0,-6-7 0,6 8 0,-11 2 0,9-2 0,-20 24 0,18-22 0,-18 28 0,17-26-6784,-15 35 6784,12-32-3115,-4 17 3115,10-27 0,-7 17 0,7-13 0,-6 16 0,3-36 0,3 9-3505,-6-33 3505,7 24 0,-4-10 0,4 17 0,-2 3 0</inkml:trace>
  <inkml:trace contextRef="#ctx0" brushRef="#br0" timeOffset="26172">7914 1310 24575,'10'-6'0,"1"2"0,-7 1 0,24-5 0,-13 6-8503,39-12 8503,-38 13-1043,15-5 1043,-25 6-951,20-3 951,-15 2 0,32-1 0,-33 2 0,27 0 0,-27 0 0,24 2 0,-16 5 0,4-3 0,1 9 0,-17-8 0,16 15 0,-17-14 0,21 24 0,-20-23 0,22 35 0,-24-31 0,18 31 0,-20-31 0,12 19 0,-13-21 4945,5 8-4945,-6-7 0,3 5 0,0-8 3771,3 23-3771,-2-2 1781,-1 2-1781,-3 9 0,0-21 0,0 4 0,-3-5 0,2-10 0,-4-1 0,1 5 0,1-6 0,-11 15 0,11-12 0,-21 18 0,20-17 0,-29 19 0,26-22 0,-27 19 0,25-23 0,-14 15 0,10-13 0,0 5 0,-7-3 0,4-2 0,-6 1 0,6-4 0,-4 1 0,12-2 0,-6 0-6784,2 0 6784,4 0 0,-6 0 0,4 0 0,-5-5 0,5 4 0,-13-13 0,6 6 0,-5-5 0,4 7 0,9 3 6784,-3 3-6784,2 3 0,1-2 0,-11 7 0,11-7-6784,-11 10 6784,13-9 0,-2 3 0,6-5 0,0 0 0</inkml:trace>
  <inkml:trace contextRef="#ctx0" brushRef="#br0" timeOffset="27121">8259 1931 24575,'13'11'0,"-3"-8"0,-4 10-9831,2 7 8341,-6-9 2111,11 39-621,-10-34-956,5 13 0,0 1 956,-6-15-952,8 16 0,0 2 952,-7-16 0,11 23 0,-3 4 0,-2-26 0,3 21 0,-1 0 0,-6-21 979,6 24-979,-2-14 3439,-7-16-3439,12 27 3314,-7-24-3314,2 0 6784,0-1-6784,-2-13 0,-1 8 0,0-9 0,-2 3 0,-1-3 0</inkml:trace>
  <inkml:trace contextRef="#ctx0" brushRef="#br0" timeOffset="33921">2029 4862 24575,'-20'-3'0,"3"0"-9831,-28-3 8341,29 5 4308,-28-5-2818,-9 4-2818,35 1 2818,-35-2 0,47 3-3034,-42 0 3034,32 0 3034,-31 0-3034,-6 6 0,32-2-1517,-30 2 0,-1 0 1517,28-2 3034,-32 4-3034,19-4 0,4 1 4537,9 0-4537,-12 1 0,-11 1 0,11-1-4537,14-3 4537,-7 2 0,-1 1 0,-6-1 0,22-4 0,-39 8 0,46-6 0,-15 1 0,18-2 0,-2-2 0,-3 0 0,2 0 4537,-4 3-4537,6 0 6784,-3 1-6784,5-1 0,-17-3 0,8 2-6784,-31 2 6784,31 2 0,-15-3 0,18 0 0,1 0 0,-6-2 0,7 1 0,-5 1 0,5-2 6784,-2 4-6784,3-4 0,-8 15 0,6-12-1568,-4 12 1568,6-15 0,-8 10 0,8-6 0,-11 4 0,8-1 0,-1-4 0,-5 2 0,5 0 0,1-5 0,3 1 0,3 9 0,-3-5 0,6 16 0,-3-13 1568,3 5-1568,0-5 0,0-2 0,0 16 0,0-14-6784,3 39 6784,-3-35 0,6 26-4537,3 12 4537,-4-25-2448,3 25 2448,-8-43-1112,5 23 1,0 3 1111,-3-10 0,3 10 0,0-2 0,-5-21 0,1 19 0,1 3 0,-2-4 0,0 9 0,-1 10 0,0-9 0,-1-6-131,-1 5 1,-1 8-1,0-9 131,3-12 1014,-3 3 1,0 5-1015,0 4 0,1-3 0,-1-4 0,1 14 0,0 11 0,1-12 0,1-14 0,0 9 0,0 3 0,1-5 0,0-4 0,0-5 1517,0 6 0,0 3-1517,0 2 0,0-6-3034,0-10 3034,1 11 0,0 4 0,2-5 0,1-4 0,3-6 1517,-4 7 0,0 5-1517,4 7 0,0-4-3034,-4-6 3034,2 6 0,1 3 0,1 0 0,0-4 0,-1-8 0,3 14 0,2 10 0,-3-11 0,-1-14-1015,2 8 1,-2-3 1014,-6-23 227,16 44-227,-11-29 0,7 14 0,0-1 0,-8-22 2142,9 21-2142,-7-17 3202,-3-2-3202,12 25-67,-10-29 67,6 18 0,16 16 0,-22-31 0,22 32 0,-3 2-3180,-13-33 3180,2 7 0,1 2-295,11 22 295,-18-32 0,11 23 0,-2 0 0,-13-26 0,9 24-2029,-7-6 2029,-5-19 529,11 38-529,-11-39 0,10 39 0,-10-37 0,5 18 140,0 22-140,-5-33 0,3 34 0,0 1 0,-3-33 772,1 9 1,-1 2-773,-7 18 0,5-31 0,-5 30-185,-2-8 185,6-27 3034,-6 27-3034,5-14-2239,2-16 2239,-1 16 1414,2 0-1414,0-16 4128,0 32-4128,0-17 0,0 0 0,-6 23-1431,5-34 1431,-7 16-1872,1 20 1872,3-38 0,-1 39 0,-1-8-3034,2-26 3034,-2 26 794,3-17-794,3-17 3428,0 23-3428,0-26 0,0 6 0,3-7 0,14 21 0,-7-17-3428,27 23 3428,-27-29 0,13 9 1037,14-5-1037,-17-2-457,26 3 1,3-1 456,-21-1-1167,6-3 1,-4 0 1166,-19-2 0,38 2 0,5-1 0,-18-2 468,15 3 0,10-1-468,-17-2 0,4 0 0,-1 0 0,-8-1 0,-5 0 0,-1-1 0,5 2 0,8 0 0,3-1 0,2 1 0,-2-2 0,5 0 0,2 0 0,-1 0 0,-5 0 0,-6 0 0,11 0 0,0 0 0,-12 0 0,4-1 0,6 1 0,2 0 0,1 0 0,1 1 0,-4 0 0,4 0 0,2 0 0,1 1 0,-1 0 0,-3 0 0,-5 0 0,-5 0 0,11 1 0,-9 0 0,14 0-104,-23-1 1,7-1 0,7 0-1,6 1 1,3-1 0,3 1 0,3-1-1,-1 1 1,0-1 0,-1 0-1,-4 1 1,-3-1 0,-6 0 0,-6 1-1,-8-1 104,25 2 0,-16 0 0,10-1 0,-8-1 0,10 0 0,6 0 0,3 0 0,-3 0 0,-6 0 0,-10-1 0,-15 0 0,10 0 0,-10 1 0,13-1 0,9 1 0,4 0 0,0-1 0,-5 1 0,-10-1 0,5 1 0,-8-1 0,10 0 0,-10 1 0,9-1 0,7 1 0,4-1 0,2 1 0,0-1 0,-4 1 0,-4-1 0,-8 0 0,-10 0 0,15 1 0,-5-2 0,5 1 0,10 0 0,-4 0 0,-19 0 0,-15 0 0,17 1 0,13 0 0,-9 0 0,5 3 574,-8-4 0,7 1 0,-1 1-574,-6 3 0,-2 2 0,-7-2 0,4-2 0,-3 2 0,7 0 0,-1 1 0,16 2 0,-8 0 0,-14 1 0,14 0 0,7-3 0,-4-5 0,-7-2 0,-12 1 136,13-1 0,5-1-136,-6-6 0,-6 1 0,-10 3 0,9-3 0,5-1 0,-4 0 0,-6 0 0,-9 2 1508,9-2 0,4 0-1508,-6 0 0,-5 2-2981,-9 3 2981,9-3 0,3-2 0,18-3 0,-32 5 3034,32-5-3034,0 0-3034,0 0 3034,-19 3 0,0 0 0,25-7 0,-41 11 1088,27-7-1088,-29 9-2389,37-12 2389,-36 12 2389,19-6-2389,9-3 0,-23 8 0,24-7 0,0 1 0,-21 6 1946,28-5-1946,2 3 4537,-29 3-4537,25-5 0,1 0 0,-25 5 0,18-9 0,5-3 0,9-4 0,-3-2-2269,-11 6 1,-7 3 2268,-19 5-1517,15-3 0,-2-2 1517,-15 3-2029,24-3 2029,-27 7 2029,6-1-2029,-7 1 3034,-3 1-3034,9-6 0,-6 8 4537,6-7-4537,-7 7 6784,8-5-6784,1-3 0,-2 4 0,9-9 0,-15 13 0,10-10 0,-11 10 0,2-8 0,-3 6 0,3-4 0,-5 1 0,4 3 0,-4-8 0,-1 6 0,3-7 0,-2-8-3560,2 10 3560,-3-10 0,0 14-1352,-3-20 1352,0 15-2579,1-18 1,1-1 2578,-1 15 0,1-25 0,-2 31 0,0-42 0,0 28-992,2-28 0,-1-2 992,0 25-1151,5-26 0,2 1 1151,-6 26 0,10-27 0,-10 45 0,7-21 0,1-2 0,-3 11 0,3-8 0,1-5 0,-1 2 0,-1 4 0,-2 9 0,4-13 0,-1 4 0,-10 19 608,9-40-608,-8 27 0,2-26 0,0 0 0,-3 27 0,0-32 0,-11 5 3335,8 31-3335,-8-25 0,0 0 0,8 24-455,-6-24 1,-1-1 454,5 24 4537,-4-29-4537,1-6-4537,7 36 4537,-5-35-1517,4 18 0,0 4 1517,1 10 1517,-1-11 0,0-4-1517,2-1 0,0 5-3034,0 7 3034,0-8 0,0-5 0,2 4 0,0 5 0,2 3 1517,-1-4 0,-1-4-1517,-1 2 0,1 3 0,-2 6 0,0-25 0,0-8 0,-3 23 0,0 2 0,2-1 0,1 2 4537,-6-21-4537,3 3 0,3 32 0,-3-25 0,0 0-4435,3 27 4435,-3-26 0,0 6 0,2 21 0,-4-21-3068,-1-3 3068,2 23 0,-5-23 0,3 6 558,2 19-558,-1-20 0,5 26 0,-3-23 0,2 18 0,-7-46 0,6 44 0,-3-21 0,-3-6-626,6 26 626,-7-26 0,7 34 0,-7-36 0,1 26 3034,-1-26-3034,-7-3 0,12 29-1517,-8-23 0,0 2 1517,9 23 0,-12-22 0,0-1 0,10 19 1517,-12-18 0,-2-5-1517,4-4 0,-4-1 0,5 12-3034,2 2 3034,7 20 3034,-9-17-3034,-9-1 0,12 20-1517,-13-17 0,-2 0 1517,14 16 0,-19-15 460,3-2-460,13 19 0,-9-15 0,0 0 0,11 13-1091,-9-9 1,2 0 1090,9 10 0,-33-18 0,32 22 1721,-13-8-1721,-11 8 3,25-1-3,-25 1 0,-9-2 0,26 6 3036,-26-3-3036,10 2 0,2 0-3036,12-1 3036,-10 1 0,-5 0-2,-3-2 1,4 1 1,6 3 1517,-5-2 0,-6 0-1517,-6 0 0,5 1-3034,13 0 3034,-12 0 0,-8-1 0,0 0 0,-4 1 0,10 0 0,-3 0 0,2-1 0,-10-1 0,-1 0 0,9 2 0,-3 0 0,2 1 0,7-1 0,6-1 0,0 0-140,-6 0 0,-6 1 0,-3 0 0,2-1 140,-15-1 0,1 0 0,10 1 0,0-3 0,1 3 0,-12-1 0,1 0 0,4 0 0,0 1 0,10 0 0,-9 0 0,6 0 0,-10-1 0,4 0 0,-3 1 0,8 1 0,7 0 280,-7 0 0,-4-1-280,16 1 0,6 1 0,10 0 0,-11 0 0,-4-1 0,-17-3 0,34 4 3034,-33-5-3034,19 6 0,3 0-3034,7 0 3034,-6 0 0,-6 0 0,-4 0 0,4 0 0,11 0 0,-17 0 0,4 0 0,25 0-1015,-24 0 1,-3 0 1014,15 0 1014,-9-1 1,-5 2-1015,2 6 0,3 1 0,3-4 0,-11 6 0,-12 6 0,11-4 0,15-3 0,-8 2 0,-4 1 0,7-1 0,4-2 0,7-5 1517,-7 5 0,-4 1-1517,-2-6 0,3-2 0,5 2 0,-10-1 0,-9-1 0,10-1 0,12-4 0,-32 2 0,12-4 0,22 4-1517,-21-3 0,-1 0 1517,17 2-1015,-27-3 1,0-1 1014,28 2 0,-10 1 0,4 0 0,22 0 0,-36 1 0,-6 1 0,18 1 935,-12-2 0,-7 1-935,13-1 0,-1 0 0,6 0 0,-3 1 0,-15-1 0,-7-2 0,5-3 0,8 0 0,15 4 0,-22-4 0,6 0 2955,38 4-2955,-30-5 0,-4-1-2796,19 2 2796,-14-1 0,-7-1 0,-1 0 0,4 1 0,11 3 0,-12-5 0,-2 0 0,13 8 0,6 0 0,8-1-1723,-38 0 1723,51 3 1025,-30 3-1025,22-3 1344,-17 6 1,-5 2-1345,1 0 4020,-7 5-4020,-11-10 0,38-4-422,-16-6 0,0 0 422,12 4 2404,-18-11-2404,11 5-3031,16 4 3031,-13-6-1291,6 5 1291,11-1 0,-27-2 0,25 5 4643,-34 2-4643,18 2 0,-5 0 0,-2 2 0,14 2 3983,-8-1-3983,-2 0 2480,13 0-2480,-20-3 0,24 3 0,-24 0 0,25-2-6784,-19 4 6784,19-4-2077,-27 7 2077,25-4 0,-39 8 0,15-3-3849,2 1 3849,5-4 370,11 0-370,7-6-477,-23 6 477,23-5 0,-10 1 0,14-2 949,-6 0 0,8 0 0,-5 0 0</inkml:trace>
  <inkml:trace contextRef="#ctx0" brushRef="#br0" timeOffset="35921">9919 6914 24575,'10'0'0,"27"0"0,-24 0 0,20 1 0,-1 1-7967,-18-2 7967,26 3-3048,-3-6 3048,-17 0 0,17-1 0,6-1-3135,-29 4 3135,29-2 0,-37 3-205,31 0 205,-21 0 3034,19 0-3034,5 0-3034,-24 0 3034,22 0 0,7 6 0,-30-5 0,28 5 0,-15-3 0,-16-3 0,17 3 0,-4-3 3034,-13 0-3034,30-3 926,-32 2-926,13-1 2779,0 2-2779,-12 0 0,20 0 0,-20 0 0,5 0 0,-5 0 0,-4 0 4606,14 0-4606,-1 2 3010,3 2-3010,-5-1 0,-12 0 0,-3-3 0</inkml:trace>
  <inkml:trace contextRef="#ctx0" brushRef="#br0" timeOffset="36904">9934 6946 24575,'-10'0'0,"-1"0"0,7-3 0,-5-6 0,9 2 0,-3-11 0,6 8 0,-3-3 0,11 4 0,-8 3 0,16-8 0,-13 8-6784,19-19 6784,-16 19 0,9-9-4537,5-2 4537,-13 11-1776,35-22 1776,-33 21-2445,31-15 2445,-34 17 0,12-4 239,-10 4-239,-3 4 641,4-5 0,-9 6 0,0-3 0</inkml:trace>
  <inkml:trace contextRef="#ctx0" brushRef="#br0" timeOffset="37770">9858 6943 24575,'14'30'0,"0"-4"0,-2-1 0,-4-14 0,7 15 0,5 2 0,4-3 0,-1 7 0,6-4 0,-18-17 0,4 1 0,-8-4 0,1-4 0,-1 5 0,8 0 0,-4 1 0,0 7 0,-4-9 0,-4 7 0,6 8 0,-5-13 0,2 13 0,5 5 0,-9-17 0,15 31 0,-12-32 0,9 15 0,-9-17 0,6 9 0,-10-9 0,10 9 0,-9-10 0,6 8 0,-7-11 0,1 1 0</inkml:trace>
  <inkml:trace contextRef="#ctx0" brushRef="#br0" timeOffset="38821">11388 6134 24575,'9'0'0,"0"0"0,1 0 0,8 8-3380,-13-3 3380,9 4-5137,1 15 5137,-9-15 0,11 16-3131,-5 17 3131,-7-24-1463,5 26 1,0 1 1462,-8-24 855,6 32-855,-8 2 0,0-36 0,0 36-319,-3-22 1,0-3 318,2-10 1517,-1 9 0,-1 4-1517,-6 20-3034,7-35 3034,-6 35 0,0-6 0,6-30 3034,-6 30-3034,-1-2-3034,4-30 3034,-3 30 0,-6 0 0,11-30 3034,-8 30-3034,3-6 0,3-24 0,-1 18 0,0 0 4537,3-20-4537,0 32 0,3-36 6784,6 11-6784,-5-13 0,5-1 0,-6-3 0</inkml:trace>
  <inkml:trace contextRef="#ctx0" brushRef="#br0" timeOffset="39989">11447 6259 24575,'6'0'0,"0"-3"-9831,34-9 8341,-26 7 4308,26-6-2818,5-1-774,-29 10 774,29-12-3711,0 2 3711,-29 6 485,19-4 1,0 1-486,-19 7-2803,27-9 2803,-31 10 317,13-2-317,-16 3 2960,25 0-2960,2 0-1026,-4 0 1026,-1 0 0,1 8 0,-20-5 1248,19 5-1248,-2 0 0,-20-3 0,19 4 0,-14 2 0,4 5 0,1-5 4537,-7 6-4537,2 14 867,-11-18-867,8 20 0,-8-27-3731,6 49 3731,-4-35-436,0 21 1,-2 1 435,-3-13-3169,0 8 3169,0-17-404,-11 17 404,8-24-323,-11 18 1,-2-1 322,9-17-783,-13 14 0,0-1 783,10-17 1948,-10 18-1948,4-15 1675,12-4-1675,-12 4 3863,1-4-3863,-13-7 0,6 5 0,-25-12 0,35 5-3863,-44-10 3863,43 6 0,-16 0 0,0-1 0,17 1-84,-33 0 84,35 5 0,-18 0 0,3-6 0,-10-3 0,9 1 3822,-14-9-3822,25 12 2158,-15-4-2158,3 7 0,-1 2 0,4 0 0,-7 0 0,22 0 0,-2-9 0,9 7 0,4-6 0</inkml:trace>
  <inkml:trace contextRef="#ctx0" brushRef="#br0" timeOffset="41037">11900 6700 24575,'5'20'0,"-4"-10"0,16 21 0,-11-22-9831,17 13 8341,-15-17-665,18 12 2155,-17-13-879,25 27 879,-24-17 0,13 9 0,-3 16 0,-10-25 0,8 23 0,-2 2 0,-12-26 3034,10 24-3034,-6-1-2903,-3-25 2903,4 28 0,-6-35 0,8 35 0,-8-25 3098,8 25-3098,-3-8-2581,-3-18 2581,4 20 0,-6-29-141,11 27 141,-11-19 0,14 13 3285,-5 0-3285,2-1-3285,4 22 3285,-5-22 2527,-7-2-2527,3-7 0,-8-6 4537,7 5-4537,-1 3 0,2-6 0,-2 8 0,4-2 0,-9-9 0,6 17 0,-7-15 6784,4 10-6784,5 5 0,-6-14 0,16 36 0,-15-35 0,16 33 0,-14-35 0,2 10 0,-6-17 0</inkml:trace>
  <inkml:trace contextRef="#ctx0" brushRef="#br0" timeOffset="42406">12673 5650 24575,'-16'0'0,"4"3"0,7-3-9831,-12 9 8341,7-8 1490,-10 5 1129,0 2-1129,10-3 0,-7 6 0,-2 6 0,12-8 1933,-13 9-1933,-5 10-3473,17-17 3473,-17 18 0,21-23 4333,-18 16-4333,-2 2-3277,0 3 3277,5-10-769,10-6 769,2-7 896,-5 8 1,9-8 0,0-2 0</inkml:trace>
  <inkml:trace contextRef="#ctx0" brushRef="#br0" timeOffset="69008">17045 1544 24575,'-20'7'0,"-9"2"0,0-1-6307,10-6 6307,-32 12 1850,39-13-1850,-22 5 0,-4 2-4629,9-3 4629,-4 0 0,-6 2 0,-19 5 0,4-1-3775,10-6 3775,-14 6 0,5-2 1000,34-9-1000,-14 3 0,-12 3 0,8-2-2814,-1 0 2814,1 0 0,-8 1 0,-1-1 0,-3-3 0,0-2 0,6 1 0,-13 0 0,7 0 0,-7 1 0,16-2 2632,26-2-2632,-25-1 0,-18-1 0,9 0-2441,-2-5 2441,9 5 0,-8 0 0,1 1 0,3-1 0,2 1 0,8 0-42,-1 2 42,2-1 0,-8-1 0,3 0 0,0 2 0,7 1 0,4-3 85,-6 2 1,-3 1-86,-13 1 3034,33 0-3034,-20 3 0,2 3 0,23-2 0,-16 6 0,0 0 0,16-2 0,-16 4 0,0-1 0,16-5 0,-17 7 4537,24-12-4537,-15 7 0,10-6 0,-27 6 0,6-7 0,5 1 0,-9-1 0,1-2 0,17 1 0,-30 0 0,38 0-2269,-24-3 1,-5-2 2268,5 3-759,-6-2 1,-12-2-1,-2 0 1,13 2 758,-5-2-120,10 2 0,-7-1 0,-1 1 120,-5 0 0,0 0 0,7 1 0,-10 1 0,10-1 0,-8 0 0,0 1 0,0 1 0,-1 1 0,9 1 0,-1-1 0,2-1 0,-8 1 0,2 1 0,-6 0 0,8 0 0,11 0 180,-11 0 0,-5 1-180,12 1 0,6-1 0,10 0 0,-9 0 0,-5 1 496,-15 3-496,33-5 0,-22 2 0,1-1 0,24-2-2193,-38 3 2193,41-2 2193,-23 2-2193,20-1 2538,-2-1-2538,-9 5 2189,18-3-2189,-12 0 0,-7 3 0,15-5 0,-17 1-2670,-14 7 2670,24-7-1438,-21 3 1,0 1 1437,21-6-393,-24 3 393,36-3 2680,-23 3-2680,15-3 0,-1-5 0,15 0-1015,40-26 1015,-28 22 1438,19-16-1438,-24 25-1143,27-25 1143,-21 16 0,16-12 0,4-3 0,5-1 0,3-1 0,-13 6-1245,-3 8 1245,-19 4 3034,19-4-3034,3-5 0,-13 14 0,14-10 0,-1 1 0,-12 9 0,15-8 0,-8 8 0,-1 3 0,3-3 2924,1 0-2924,-18 2 0,7-1 0,-31 12 0,12-4-1429,-22 6 1429,22-7 0,-43 12 0,34-7-1147,-14 1 1,0-1 1146,19-6-1385,-22 7 1,-3 1 1384,13-7 375,-10 6 0,-3 1-375,0-3 0,2 0 0,3 2 0,-5-3 0,5 1 2817,18-4-2817,-30 1 85,24 1-85,-21-1-890,15 0 890,11-5 0,-25 12 0,26-7 4138,-10 6-4138,-2 4-4138,-2 1 4138,-2 0 4023,3 3-4023,47-8 0,-20-4 1319,30 9-1319,9 1-3005,-22-6 3005,25 8 0,8-3 0,-29-8 5295,27 5-5295,-1-3 0,-29-6-2648,18 2 1,0 1 2647,-20-2 0,11 2 0,0-1 0,-11 0 3005,8 5-3005,-6 5 0,-17-8 0,7 8 0,-3-10 0,-8-4 0,5 0 0</inkml:trace>
  <inkml:trace contextRef="#ctx0" brushRef="#br0" timeOffset="70789">19818 742 24575,'-4'26'0,"2"4"0,2-3 0,8 15 0,-6-31 0,9 16 0,1 1-6726,-6-14 6726,8 22-2278,-2-7 0,-1-2 2278,-4-8 0,3 7 0,0 6 0,3 8 0,-2-3-3047,-6-8 3047,7 8 0,0 5-13,-10-1 0,-1-5 13,3-10 1517,-2 10 0,-2 4-1517,1-8 0,-2-4-3034,1-6 3034,1 6 0,-2 3 0,-7 22 0,6-35 3034,-6 35-3034,1-2-3034,5-33 3034,-4 33 0,-1 3 0,5-33 0,-5 34 0,7-46 0,-1 19 0,0 3 0,0-11 0,0 8 0,-1 3 0,-6 19 0,6-33 0,-6 36 0,0-5 0,5-28 3034,-8 27-3034,3-5 0,3-24 0,-1 12 0,1-1 0,4-16 0,-2-2 0,3-13 0,0-9 0,0 7 0,0 1 0</inkml:trace>
  <inkml:trace contextRef="#ctx0" brushRef="#br0" timeOffset="72539">19818 932 24575,'3'-4'0,"0"1"0,26-11 0,-18 8-9831,40-20 8341,-39 18 1490,17-7-2155,-9 4 2155,-11 6 2155,20-9-2155,-21 12 0,7-6 0,-3 7 4537,-5-1-4537,19-1 6784,-16 2-6784,24-7-6784,-5 1 6784,-4 0-4537,23-1 4537,-36 7 0,17-2 0,2 0-2364,-19 3 2364,20-3 0,2 3 0,-21 0 0,19 2 0,1 1 0,-19-1 0,22 6-1640,-2-5 1640,-18 4-254,13-3 0,0 1 254,-15-1 0,34 4 0,-37-7 2302,12 4-2302,2 4 0,-16-1 2210,36 17-2210,-17 1 4537,2-2-4537,-9-2 0,-3-2 1340,-7-12-1340,9 17 0,-3-8 0,-11-10-2214,17 20 2214,-18-21 0,11 14 0,-14-13 0,12 11 0,-12-8 0,3 2 0,-5 3 0,-2-2 0,1 0 0,-10 4 0,9-9-1143,-15 14 1143,15-13-2520,-20 27 2520,19-25 0,-14 12 0,6 7 0,2-20-1517,-5 16 0,0 1 1517,7-15 678,-9 11 1,-1 1-679,11-13 0,-25 25 0,25-27 0,-11 6 0,5-4 0,1-1 3705,-4 3-3705,1 4 0,6-12 2509,-20 11-2509,-15-5 0,15 2 0,-11-4 0,36-6-3085,-34 5 3085,24-6 0,-24 6 0,6 3 0,19-8-3515,-41 16 3515,41-14-1951,-38 9 1951,39-10 0,-18 2 0,-2-3 0,19-3-352,-20 1 0,0-2 352,18 1 2199,-25-3-2199,2 3 2519,23 0-2519,-16 0 0,-1 0 1051,19 0-1051,-19 0 2947,6 5-2947,14-3-4358,-37 9 4358,37-10 0,-18 5-2915,-4-1 2915,20-4-303,-19 6 1,0 0 302,18-5 0,-15 6 0,0 1 0,17-7 846,-35 14-846,22-8 0,-4 4 0,17-8 0,14-2 0,35-16 0,-24 11 0,17-7 0,-1 0 0,-16 8 0,18-9 390,-19 8 0,-7-1 0,3 1 0</inkml:trace>
  <inkml:trace contextRef="#ctx0" brushRef="#br0" timeOffset="73257">20537 1656 24575,'0'19'0,"0"1"-9831,3 7 8341,-2-11-665,7 37 2155,-7-39 2155,5 22-2155,0 3 0,-5-22 0,4 23 0,-2 5 4537,-2-30-4537,0 30 0,1 1 6784,1-24-6784,-2 29 0,1 1-6784,1-29 6784,0 30 0,-3-44-4537,6 36 4537,-5-26 0,5 26 0,2-3-3034,-3-28 3034,4 25 1261,2-10-1261,-9-18 3659,12 23-3659,-10-24 0,5 3 0,-8-24 0,1 10 0,-5-16 0</inkml:trace>
  <inkml:trace contextRef="#ctx0" brushRef="#br0" timeOffset="74306">22313 1442 24575,'9'11'0,"-2"9"-9831,2 8 8341,-6-5-665,6 11 2155,-8-24-879,10 40 879,-9-37 0,3 21 0,1 19 0,-5-35 0,7 35 0,-6-18 0,0-3 0,1-10 1517,-1 11 0,-1 4-1517,-1 21-3034,0-34 3034,0 34 0,0-4 0,0-37 0,1 20 0,-2-1 0,-2-24 0,3 30 0,0-30 0,1 6 0,1-12 0</inkml:trace>
  <inkml:trace contextRef="#ctx0" brushRef="#br0" timeOffset="75522">22014 1914 24575,'38'0'0,"-7"0"0,5 4 0,9 2 0,-7-1-9831,6-2 9334,-8 2 1,7 1-1,3 1 497,1-1 0,6-1 0,-3 1 0,-9 0-1078,-10 0 1,0 0 1077,13 1 0,11-1 0,-3 0 0,-17-1 2124,-16-1-2124,35 2 0,4 0-3024,-23-3 3024,19 4 0,1-2 0,-13-8 0,-27 2 3024,36-7-3024,-40 1 7,5-8 1,-10 7 0,-3 0 0</inkml:trace>
  <inkml:trace contextRef="#ctx0" brushRef="#br0" timeOffset="77490">24402 2135 24575,'6'0'0,"0"0"0,-2-5 0,-4-8 0,-1 2 0,-7-15 0,4 17 0,-13-22 0,11 21-8503,-19-35 8503,19 35 0,-8-20-1382,-6 4 1382,16 14-2007,-23-36 2007,21 37 0,-11-20 0,13 20 4254,-4-4-4254,2 0 3759,-1 7-3759,-16-9-168,14 15 168,-11-6 0,13 5-2728,-26-6 2728,20 4-4540,-37-9 4540,39 13 0,-17-5 0,7 6 2257,6-2-2257,-24-2 2274,28 1-2274,-37 0 0,25 3 0,-7 0 0,1 11 0,12 5 0,1 1 0,-4 12 0,18-20 0,-11 21 0,11-20 0,-3 26 0,13-9 0,-6 0 0,12 1 6784,-12-20-6784,6 3 0,-5-7 0,1 1 0,7-1 0,8 7-6784,10 3 6784,-5-4 0,21 9 0,-13-13 0,4 8 0,7-11 0,-33 0 0,30-6 0,-8 0 0,-3-1 0,22 2 0,-40 2 0,18 0 0,-6-3 0,1-6 0,3 4 0,7-20-3998,-27 18 3998,12-10 0,-4-6 0,-9 16-3212,22-33 3212,-25 30-2149,25-25 2149,-24 26 1788,18-16-1788,-14 11 3034,4 1-3034,-6 1 4537,0 12-4537,-5-6 0,7 3 0,-4-1 0,11 1 0,-7 1 6784,9 1-6784,-9-2 0,3 3 0,-7 0 0,-1 0 0</inkml:trace>
  <inkml:trace contextRef="#ctx0" brushRef="#br0" timeOffset="80040">25446 947 24575,'4'27'0,"-1"-4"0,5 24 0,-6-27-4916,5 29 1,0 0 3425,-6-27 4308,5 35-2818,0-7-2818,-5-33 2818,4 33 0,-2-8 0,1 0 0,-1 10 0,-2-19 0,-2-4 0,1-13 0,-3 17-3034,0 4 3034,2-24 81,-3 24 1,0 1-82,3-19-1042,-5 20 1,1 0 1041,3-22 214,-1 16 0,1-2-214,2-19 0,0 30 0,0-33 2295,0 14-2295,0-15 791,3 3 0,-3-7 0,3-2 0</inkml:trace>
  <inkml:trace contextRef="#ctx0" brushRef="#br0" timeOffset="81056">24839 995 24575,'9'-3'0,"7"-1"0,3-5 0,9 2 0,-11 1 0,12 1 0,-6 1 0,-2 1 0,24-6 0,-32 5 0,40-8 0,-38 8-6784,36-10 6784,-36 12-2599,13-6 2599,-21 8-1572,27-9 1572,-21 7 0,21-6-3155,6 5 3155,-23 2 3155,23-1-3155,3 2-1664,-29 0 1664,26 0-454,-6 0 454,-21 0 0,35 2 0,-38-1 0,18 5 0,-14-3 0,19 9 0,-17-7-1282,35 11 1282,-38-14 3034,21 6-3034,3-5 0,-20-2-1517,14 0 0,0 0 1517,-16-1 1322,36-8-1322,-40 6 3148,26-12-3148,-31 10 0,11-2 0,-8 0 0,7 3 0,-2-1 5248,6-1-5248,-9 1 3642,7-2-3642,-8 2 0,-1 2 0,-6 2 0</inkml:trace>
  <inkml:trace contextRef="#ctx0" brushRef="#br0" timeOffset="85456">14725 7300 24575,'33'0'0,"-2"0"0,-2 0-9831,-5 0 8341,19 0 1490,-34 0-2155,28 0 2155,-23 0 2155,23 0-2155,-17 0-1499,-10 0 1499,10 0 0,14 0 0,-18 0 0,20 0 0,2 0 0,-17 0 465,28 0-465,-39 0-2044,43-2 2044,-30 1 0,18-2 0,1 0 0,-20 3-1219,26-6 1219,-36 5 1734,20-1-1734,-23 2-377,42-3 377,-37 2 2091,23-2-2091,17 3 0,-35 0 0,38 0 0,-50-2-1093,34 0 1,5 0 1092,-20-1 1468,14 1 1,7 1-1469,6-2 0,-6 0-3001,-13 2 3001,13-2 0,5 0 0,-9 0 0,-6 1 0,-11 0 0,11 0 0,3-1 0,-2 0 0,-4 0 0,-10 2-655,12-2 0,9 0 0,-10 1 655,-14 1 2029,33-5-2029,-21 4 0,-4 0 0,-8-2 0,9 1 0,5 2 0,0-1 0,-4 1 0,-8 0 1517,8 0 0,3-1-1517,16 2-3034,-32 0 3034,32 0 3034,-16-2-3034,-1 1 0,6-2 0,-13 3-1737,0-3 1737,-15 3 0,28-3 0,-29 3 0,27 0 0,-27 0 2226,27 0-2226,-27 0 0,13 0 0,-16 0 4779,-4 3-4779,-3-3 0,-4 3 0,2-3 0</inkml:trace>
  <inkml:trace contextRef="#ctx0" brushRef="#br0" timeOffset="87124">14831 7283 24575,'17'-13'0,"26"-10"-9831,-30 17 8341,21-11 412,-2 4 1,-1 2 1077,-11-1 1077,10 0 1,6-3-1078,0-3 0,-3 2-3034,-9 6 3034,11-5 0,1 0 0,7-5 0,-25 12 0,16-7 0,-3-1 0,-19 8 0,28-10 0,-31 14 3034,8-4-3034,-16 7 4537,-2-2-4537,-27 14 0,16-8 3838,-13 11-3838,19-13 0,-30 15 0,22-12-3630,-26 12 3630,34-15-2329,-30 18 2329,19-12-1917,-16 10 0,-1 2 1917,18-9 1300,-21 10-1300,1 0-1417,22-14 1417,-22 12-1499,7-7 1499,18-7 3034,-17 5-3034,-12 2 0,-2 0 0,-9 4 0,19 3 0,26-10 4537,12 8-4537,7-11 6784,-3 10-6784,5 2-769,-11-5 769,2 5 0,-6-11 0,14 34-6529,-8-26 6529,9 25-4367,1-5 4367,-9-21 344,10 21-344,4-1 0,0-1-3034,-6-12 3034,5 13 0,3 2 0,-1-7 0,-2-5 0,-5-3 1517,5 4 0,3 2-1517,16 8 0,-21-21 0,16 10 0,0-2 0,-18-14 0,29 12 0,-36-15 1134,11 2 0,-16-3 0,2-3 1</inkml:trace>
  <inkml:trace contextRef="#ctx0" brushRef="#br0" timeOffset="88690">19473 6563 24575,'-2'17'0,"1"-1"0,-2-12-9831,-2 38 8341,3-27 520,-3 27 970,5-36-1302,0 44 1302,0-33 0,0 33 0,0-16 0,0-3 0,0-10 0,0 10 0,0 3-762,0 14 762,0-32 3034,0 31-3034,0-10-2758,0-23 2758,3 22 0,-3-8 0,3-16 1410,0 35-1410,-2-36 0,4 26 0,-1-20 0,-1 2-337,5 6 337,-6-16 2379,12 25-2379,-12-24-1778,17 27 1778,-13-31 0,6 14 0,4-6 0,-1-5 4000,4 8-4000,-4-13 0,-9 9 0,-2-7-2916,4 30 2916,-6-24 0,3 16 0,6 14 0,-8-27 0,11 27 0,1-8-2722,-9-21 2722,11 18 0,-6-9 0,-2-18 0,8 24 0,-10-26 0,-1 6 0,-3-8 0</inkml:trace>
  <inkml:trace contextRef="#ctx0" brushRef="#br0" timeOffset="89995">19311 6599 24575,'10'-3'0,"-4"-3"0,-1 5 0,27-7 0,-19 7 0,21-5 0,8 1-8503,-26 3 8503,26-3 0,-36 2-1236,37-1 1236,-25-2 0,21 0 0,1 0 0,-19 1-1779,15-3 0,-1 0 1779,-19 6 0,15-10 0,-25 12 0,19-11 0,-13 6 0,31-10 0,-34 11 0,26-7 0,-26 9 3558,9-6-3558,4 7 0,-14-1 0,34 2 0,-31 2 0,34 5 0,-34-1 2955,26 9-2955,-14 3 0,-5-3 0,13 13 0,-27-19 0,15 22 0,-12 0 0,0-5 0,-2 2 0,-10 3 0,4-16-2269,-13 17 1,-3 1 2268,8-16 4537,-19 22-4537,-11-3-4537,25-22 4537,-25 20-1517,12-18 0,3-2 1517,7-5 3034,-33 20-3034,19-11 0,4-1-3034,7-6 3034,-8 5 0,-2 2 0,-9 12 0,24-20 3034,-24 18-3034,19-1 0,11-20 0,-11 34 0,16-29 4537,2 12-4537,-15-11 3750,10-7-3750,-13-3 0,14-3 0,-22 5 0,16-4 0,-16 5 0,6-3 0,11-3 0,-11 3 0,10-3 0,4 0 0,-3-3 0,4 3 0,1-3 3034,0 3-3034,-8 3 0,5-3 0,-10 3 0,8 0 0,-1-3 0,0 6 0,5-5 0,12 1 0,-2-2 0,12 0 0,-6-2 0,-5 1 0,1-2 0</inkml:trace>
  <inkml:trace contextRef="#ctx0" brushRef="#br0" timeOffset="90774">19841 7233 24575,'11'3'0,"0"-3"0,6 19 0,-7-12-9831,27 35 8341,-29-30 4308,14 16-2818,-7-3-1419,-6-16 1419,5 15 0,0-9 0,-3-3 0,5 5 0,13 17 0,-19-22-2127,13 19 2127,-17-24 2506,17 23-2506,2 8 0,1-1 0,0 4 0,-21-32 0,12 14 0,-15-15 0,9 1-471,6 10 471,-10-12 0,13 10 0,5 8-3309,-13-20 3309,14 20 1353,4-5-1353,-20-10 2626,35 24-2626,-29-23 0,3 4 0,-11-9 0</inkml:trace>
  <inkml:trace contextRef="#ctx0" brushRef="#br0" timeOffset="91558">20777 6126 24575,'-13'10'0,"-7"10"0,12-14 0,-20 30 0,18-31-9831,-18 39 8341,20-36 716,-18 34 774,20-31 0,-10 8 1127,10-5-1127,-1-8-457,-2 16 457,3-13 0,2 10 0,1-11 2776,1 4-2776,-2-3 0,1-2 0,0-1 0,3-4 0</inkml:trace>
  <inkml:trace contextRef="#ctx0" brushRef="#br0" timeOffset="92557">22123 6903 24575,'6'-4'0,"-2"15"-9831,-1 20 8341,-3-8 1490,0 8-1176,-3-5 1176,2-15 155,-4 33-155,1-33-2696,-2 31 2696,3-31 2696,-3 36-2696,3-10 2893,-1 0-2893,1 11 666,3-33 0,0 7 0,0-14 1</inkml:trace>
  <inkml:trace contextRef="#ctx0" brushRef="#br0" timeOffset="93073">21697 7140 24575,'7'-3'0,"18"-3"0,-18 2 0,22-5 0,-22 9 0,14-3 0,-13 3 0,12-3 0,-12 2 0,9-4 0,-9 4-9831,23-4 8341,-20 4 1490,15-2-2155,27 0 2155,-35 3-520,36-3 520,-45 3-1074,26 0 0,4 0 1074,-10 0 1062,5 0 1,6 0-1063,11-1 0,-6-1 0,-17-1 0,18 1 0,4 0-358,5-7 358,-34 7 3023,33-5-3023,-25 1 33,-20 2-33,24-8 0,-31 8 0,7-1 0</inkml:trace>
  <inkml:trace contextRef="#ctx0" brushRef="#br0" timeOffset="95426">23932 7626 24575,'0'-14'0,"0"3"-9831,-2-7 8341,-2 12 1490,1-11 2818,0 14-2818,-8-29-43,5 23 43,-5-22 0,8 28 0,-16-31 0,14 20 0,-17-20-3953,10 6 3953,7 16-1856,-12-33 1856,13 34 0,-7-28 0,-2 17 3034,6-4-3034,-10 1 0,12 19 4537,-9-11-4537,7 16 0,1-7 6784,0 4-6784,0-2 0,-3 0 0,-1 2 0,-2-4 0,8 4 0,-12-8 0,13 5 0,-16-5 0,14 8 0,-12-5 0,9 9 0,-17-6 0,15 5 0,-21-4 0,22 4 0,-22-2 0,5 9 0,2-5-6784,-23 16 6784,34-12-1641,-18 9 0,-1 0 1641,17-4-1725,-13 6 0,1-1 1725,16-9 0,-9 11-1543,12 0 1543,4-10 2686,-2 31-2686,6-13-977,6 13 977,-2-14 2136,10-6-2136,-9-14 1862,15 9-1862,-11-11 0,2 9 0,14 7 0,-16-9 0,17 9 0,1 1 0,-14-6-1843,16 5 0,-1 1 1843,-19-7 0,19 5 1298,-11 0-1298,-7-14 20,18 16-20,-19-17 377,11 3-377,-12-5 4526,12 0-4526,5-5-114,-9 1 114,6-3-162,1-7 162,-9 9 0,23-15 0,-25 15 0,11-12 0,-15 15 341,12-17-341,2 2 0,-6-1 0,11-10 0,-18 8 0,12-12 0,-11 12-1940,8-11 1940,-11 21-2629,11-24 2629,-14 24 0,8-7 0,-3-5-3034,4 3 3034,-3-7 3034,4-2-3034,-4 13 0,3-9 0,0 13 0,-7 0 0,0 11 4537,-3 2-4537,0 2 0,6 8 0,-8-5 1696,8 5 0,-9-8 0,3 1 0</inkml:trace>
  <inkml:trace contextRef="#ctx0" brushRef="#br0" timeOffset="96859">25164 6127 24575,'4'11'0,"-1"-5"0,-3 8-4916,0 15 1,0 1 3425,0-11 2899,0 8 0,0 4-1409,0 6 0,0-3-2818,0-9 2818,0 8 0,0 5-1517,0 1 0,0-5 1517,0-9 1517,0 9 0,0 3-1517,0 19-3034,0-38 3034,0 35 0,5-6 0,-3-31 3034,3 32-3034,-2-14 0,-2-21 0,1 39 805,-2-41-805,-2 12 0,1-1 0,-2-14-2912,0 36 2912,3-32-2336,-3 35 2336,3-36 627,0 37-627,0-37 0,-5 29 0,3-32 2206,-14 21-2206,7-9 3740,-3 8-3740,7-1 2407,2-13-2407,2 2 6784,-2-9-6784,-5 14 0,6-9 0,-12 21 0,13-22 0,-7 25 0,7-26-6784,-4 15 6784,4-17 0,-2 3 0,3-5 0,-5 9 0,3-7 0,-6 17 0,7-16 0,-4 6 0,-1 1 0,-1-10 0,1 9 0,3-12 0</inkml:trace>
  <inkml:trace contextRef="#ctx0" brushRef="#br0" timeOffset="98008">24769 6312 24575,'34'-14'0,"0"0"-9831,13 5 8341,-23 4-665,25-6 2155,-37 10-440,20-4 1,1-1 439,-7 4 0,5-4 0,3 1 0,-1 3 0,-4 0 0,-4-1 0,5 1 0,3 1 0,24-2 0,-31 2 0,19 0 0,-2 0 0,-23 1 679,23 0-679,-36 0-1130,30 0 1130,-21 0 0,41 0 0,-40 0 0,37 2 0,-38-1 2811,32 7-2811,-24-3 4202,2 1-4202,6-4 0,-23-2 1097,11 3 1,-16-2 0,2 2 0</inkml:trace>
  <inkml:trace contextRef="#ctx0" brushRef="#br0" timeOffset="98742">26458 5792 24575,'-12'5'0,"-1"2"0,0 0-9831,-10 4 8341,17-7 1490,-10 2 1440,-4 5-1440,9-9 0,-11 7 1898,-1 4-1898,-4 13-4140,3-4 4140,2 0 4140,16-2-4140,-4-5 0,3 7 0,-4 6 0,10-19 0,-4 9 0,5-16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22:28:48.84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7149 2674 24575,'12'46'0,"1"10"0,0-7 0,-4-9 0,0-2 0,-2-15-4252,0 15 1,1-1 4251,-1-18 0,-1 23 1719,-4-38-1719,4 25 0,-5-19 0,13 24 0,5-14 0,-1 0 6784,14 3-6784,-21-18 0,7 6 0,-12-11 0,8 11 0,-3-9 0,16 15 0,-7-9 0,16 7 0,-18-6 0,11-2-6784,6 6 6784,-17-10 0,27 11-3789,-33-13 3789,3 4-536,31 3 0,5-1 536,-14-1-60,4 0 0,10 0 0,-2-1 60,3-5 0,3 0 0,-8 3 0,6 0 0,1 1 0,-6-1 0,-7-2 0,-3-1 0,1 1 0,12 2 0,2 1 0,-19-2 1514,-25-2-1514,-2 3-1272,44-1 1,8 0 1271,-28 1 79,28 1 0,-8-5-79,-45-5 3856,9-17-3856,-10 0 0,2-5 0,0-3 0,-3-5-2481,2-4 2481,-3 17 0,-3 16 1808,3-25 1,2-5-1809,-3-4-63,1 1 0,2-9 0,-2 2 63,-2-3 0,-1 2 0,1-2 0,1 1 0,-4 0 0,1 7 0,0 13 0,-2-9 0,3 30 0,0 0 0</inkml:trace>
  <inkml:trace contextRef="#ctx0" brushRef="#br0" timeOffset="7855">19265 1712 24575,'-10'50'0,"-1"4"0,7-39 0,-5 31 0,2 5-4252,-2-9 1,1 1 4251,2 11-504,-1-13 0,-2 12 0,-1 0 0,2-10 504,4-11 0,0-1 0,-3 17 0,-1 6 0,0-5 0,1-4 0,1-5 0,3-8 0,-2 1 0,-3 17 0,0 1 0,2-17 0,2-3 0,-2 25 0,3-34 4934,0 15-4934,2-25 5585,-1 13-5585,2-14 0,-3 18 0,2-16 0,-5 23 0,6-23 0,11 8 0,9-15 0,36-6 0,-15-3-6784,3 2 6784,-26-2-192,14 2 0,14 0 0,-2 1 192,10-2 0,0 0-735,-8 1 0,3 0 1,-3 0 734,8-1 0,-2 1 0,3 1 0,-2 0 0,-12 0 0,1 0 0,-1 1 0,4 1 0,-1 1 0,1 1 0,-1 1 0,-3 0 0,0 2 0,1 1 0,6 1 0,8 0 0,3 1 0,-5 0-904,-10-1 0,-1 0 0,-2 1 0,1-1 904,13 2 0,-1 0 0,2 0 0,-5-1 0,4 1 0,-3 0 0,-12-4 2191,9-1-2191,11 3 0,-7-1 417,-37-5-417,25 0 0,9 0 0,-12 0 0,3 1 0,0-1 0,3 0 0,-2 0 1000,4 0 1,-1 1-1001,11 0 0,-5 0 0,-6 3 2949,1-5 0,9-1-2949,-2 2 0,5 1 0,-5-1 0,-3-2 0,1-1 303,1 2 1,8 0 0,1 0 0,-8-1-304,6-1 0,-3 0 0,-13 0 0,1 0 0,1 0 0,3 0 0,1 1 0,-7-2 0,-12 0 0,-1-1 0,20 0 0,8-2 0,-15-1 0,4-1 0,4 0 0,5 1 0,-6 2 0,5 1 0,4 1 0,2 0 0,2 0 0,-2 1 0,-1-1 0,-4 0-677,2-1 0,-3 0 1,-2 0-1,1 0 1,1 0-1,4 2 677,-6-1 0,4 2 0,3-1 0,0 1 0,1 0 0,-2 0 0,-2 1 0,-5 0 0,-6-1 0,8 2 0,-6 0 0,-4 1 0,1-1-1652,10-1 0,-1 1 0,-4-1 1652,6 0 0,-11-1 0,-16-1 602,1-3-602,-6 2 0,27-7 0,-12 1 0,5 0 0,-5 0 1643,12-4-1643,-11 5 0,7-2 0,-9 3 5182,4 2-5182,-2 0 0,-4 1 0,-1 0 0,-6-1 136,2 1 0,5 1-136,10 4 0,1-1 0,-5-2 0,0-1-2933,8 4 1,-4-1 2932,-7-2 769,2-5-769,-22 3 0,14-3 641,-1-4-641,-17 5 0,29-8 0,-19 3 6563,4 2-6563,-1-3 667,-13 7-667,3 0 0,4 0 0,-6 0 0,19-9 0,-15 2 0,30-9 0,-26 6 0,29-5 0,-21 2 0,0 2 0,-4 5 0,-17 4 0,2 4 0,-6-7 0,0 1 0,6-31-3392,-8 2 0,-1-1 3392,6-14 0,-6 10 0,-3-4-908,-3 7 1,-3-1 0,0 0 907,2-14 0,-1-4 0,0 10 0,-1-6 0,0 0 0,1 7 0,0-6 0,0 5 0,2 0 0,0 3 0,1 4 0,1 6 0,1 4 0,2-18 0,-1 1 0,0 14 0,1-11 0,-2 1 0,0 13 0,0-9 1359,-2 14 0,1 20 0,-2 0 0</inkml:trace>
  <inkml:trace contextRef="#ctx0" brushRef="#br0" timeOffset="11586">18512 7078 24575,'12'-10'0,"15"-19"0,-5 6 0,-1-5 0,-1 0 0,-3 4 0,1-8 0,7-16 0,-12 7 0,5-6 0,2-6 0,-7 12 0,-2-2 0,0 0 0,0-2 0,0 1 0,0 0-2262,-1 3 1,-1 2 0,0 3 2261,-2 1 0,0 2-887,6-20 1,0 4 886,1 11 0,-3-6 0,1-5 0,2 0 0,0 5 0,-3 2 0,-1 4 0,2-6 0,-2 7 0,-3 0 0,5-3 0,-2 2 0,-6 14 0,15-28 0,-18 41 0,5-9 0,-3 12 5906,-3-4-5906,3 6 0,24-5 0,7-1 0,0-1 0,13 0 0,13-1 0,-6 2-2067,-15 4 1,-2 1 2066,19-3 0,-3 0-776,-6 1 776,-9 3 0,11-2 0,5 1 0,1 0 0,-2 1 0,1 0 0,3 0 0,2 0 0,2 0-535,-13 1 0,3 0 0,3-1 0,0 1 0,0-1 0,-1 1 0,-2 0 0,-3 0 535,10 0 0,-2 0 0,-2 1 0,-2 0 0,0 1-222,4-2 0,0 1 0,-3 1 0,0 0 222,8 1 0,-3 1 0,-4 0 0,-6-3 0,1 0 0,6 3 0,11 0 0,-4 1 0,-17-1 0,-11-2-42,0 3 1,8 0 41,3 0 0,8 0 0,5 0 0,1 0 0,-13 1 0,1 0 0,1 0 0,2 1 0,4 0 0,3 0 0,-8 0 0,5 0 0,3 1 0,2 0 0,2 0 0,1 0 0,-1 0 0,0 0 0,-2 0 0,-3 0 0,-3-1 0,10 1 0,-3 0 0,-3 0 0,-1-1 0,0 1 0,0 0 0,0 0-279,2 1 0,4 1 0,0 0 0,-2-1 0,-4 1 0,-8-1 0,-8-1 279,5-1 0,-15 0 2831,-18-2-2831,21 1 0,12 1 0,-3 0 0,-13-1 0,0 0 0,10 0 0,4 1 0,0 0 0,9 0 0,6 2-485,-15 0 1,5 1 0,3 2-1,0-1 1,-5-1 484,12 0 0,-4 0 0,2 0 0,3 1 0,5 2 0,-4-1 0,-17-1 0,-5-1 3034,-26-4-3034,37 3 0,9 0 0,-30-3 0,3 0-100,6 0 1,9 0 0,5 1-1,1-2 1,-3-2 99,6-3 0,0-4 0,-1 0 0,-2 2 0,6 2 0,-2 2 0,0-2 0,5-5 0,-1-2 0,-21 3 1545,-30 7-1545,-2 2-1127,26-5 0,18-3 0,-9 1 1127,-7 2 0,9-2 0,9-1 0,-18 4 391,-27 4-391,43-3 0,-28 2 0,12-2 0,-1 0 0,-13 3 3575,10-3-3575,-17 0 2904,3 2-2904,0-4 0,11 4 0,-18-2 0,21 3 0,-22 0 0,25-8 0,-16 3 0,10-7 0,-10 6 6784,-9 2-6784,0 2 0,6 24 0,-7-11 0,4 15 0,-1 2 0,-6-11 0,15 29 0,-15-21 0,15 22 0,-18-25 0,12 18 0,-13-25 0,5 6 0,-4 7 0,2-11 0,2 31 0,-1 3 0,0-22 0,0 12 0,-1-4 0,-4-19 0,0-9 0,2 35 0,-1-25 0,2 33 0,-3-31 0,-9 34 0,4-27 0,0 2-3392,-2 10 0,1-1 3392,-3 14-553,4-11 0,1-6 553,0-17-3307,-2 27 3307,3-37 0,-3 19 0,-4 28 0,0-11 2299,4-8 0,0 0-2299,0-1 0,2-3 1219,-4 12-1219,6-28 5380,-6 26-5380,7-10 0,-4-1 0,4-10 0,-2-14 0</inkml:trace>
  <inkml:trace contextRef="#ctx0" brushRef="#br0" timeOffset="16228">18708 717 24575,'26'3'0,"26"3"0,-12 4 0,7-2 0,6 2 0,-3-1 0,-1-1 0,-2 1 0,-1-1 0,10-1 0,-6-1 0,-19-3 0,5 0 0,-2 0 0,-15-3 0,15-3 0,0-2 0,-16-1 0,9-17 0,-40 6 0,-1 1 0,-1 4 0,-16-8 0,12 10 0,-6-5 0,-2 1 0,5 6 0,-23-9 0,29 15 0,-7-3 0,39 13 0,8 2 0,9 4 0,11 3 0,-25-10 0,4 2 0,0 5 0,-13-11 0,10 11 0,-6-5 0,0 9 0,-1-3 0,-2 13 0,-10-16 0,2 20 0,-9-6 0,2 0 0,-14 9 0,10-23 0,-7 8 0,-5-3-6784,7-8 6784,-8 6 0,-4-1 0,-3-1 0,-10 2 0,9 0 0,0 0 0,-6-4 0,26-4 0,-5-4 0,11 5 0,-1-6 0,2 3 0</inkml:trace>
  <inkml:trace contextRef="#ctx0" brushRef="#br0" timeOffset="19502">23765 1124 24575,'6'-36'0,"6"-19"0,-5 30 0,2-10 0,5-14 0,-1 12 0,2-3 0,-1 4 0,0 0 0,2-2 0,-1 5 0,-4 13 0,-2 5 0,-5 7 0,5-13 0,-6 14 0,6-14 0,-5 16 0,18-15 0,-6 13 0,22-9 0,-22 6 0,6 4 0,-2-2-6784,-10 6 6784,7-6 0,0 4 0,-11 1 0,11-3 0,-8 6-4537,48-12 4537,-36 10 1807,28-3 0,3-1-1807,-16 3 0,19 1 0,3 0 0,-28 1 0,0-1 0,18 3 0,8 1 0,-6-1 0,-13 1 0,-2 0 0,12 0 0,3 1 0,10 2 0,-5 1 0,-8-1-2116,2-1 1,-3 1 2115,-18 0 0,-21-4-475,26 5 1,7 2 474,9 1 1880,-12-3 1,3 1-1881,7 2 0,2 0-1607,3-2 1,-1 0 1606,-5 0 0,-2 0 0,6-1 0,-12-1 0,-29-5 1018,-2 0-1018,21 1 0,8 0 0,17 0 0,-16 1 0,-1-1 0,4-1 0,-12-6 0,-17 5 4537,17-10-4537,-1 1 0,-14 2 6784,13-3-6784,-3 2 0,4-4 0,0-1 0,-5 5 0,-4-2 0,-9 9 0,14-9 0,-16 7 0,5 1 0,-6 0 0,0 8 0,0 0 0,6 17 0,-7-9 0,6 8 0,1 23 0,-4-17-3392,0 6 0,-1 1 3392,-4-12-4537,3 9 4537,-6-24 0,6 27 0,-3 6 0,1 9-1517,-1-18 0,-1-3 1517,-1-5 1148,2 8-1148,-3-24 3602,0 13-3602,0-11 0,0 11 0,0-16 0,0 1 0</inkml:trace>
  <inkml:trace contextRef="#ctx0" brushRef="#br0" timeOffset="22081">23052 7732 24575,'0'42'0,"6"-13"0,2 2 0,-4-2 0,1 0-4916,10 12 1,2-5 3425,-8-18 1490,16 21-1047,-23-30 1047,9 5 288,5 31 0,-1 5-288,1-11-960,-2 6 1,2 9 0,-3-11 959,-2-15 1031,2 16 1,0-2-1032,-4-21-411,2 12 1,1-1 410,-5-17 0,5 15 1248,-9-26-1248,6 11 4111,-5-5-4111,7 6 1285,-4-10-1285,8 0 6784,-5-6-6784,19 0 0,-10-3 0,10 3 0,2-1 0,1-4 0,13 4 0,-12 0 0,6-1 0,5 3 0,6 0 0,-2 0 0,-6 0 0,-1 0 0,1 1-927,5-2 0,1 1 0,-7 1 927,7 3-5863,-10-1 5863,-16-1 0,26 0-1265,8 3 1265,-11-2 0,13 2 0,-16-1 0,11 1 0,2 1 0,-6-2 0,7 2 0,0 0-598,-6-2 0,8 1 1,-3 0-1,-9 0 598,-7 0 0,-7-1 4052,10-5-4052,-18 3 1464,23-6-1464,-1-3 0,11-1 0,-10-5 0,-3 8 0,-28-2 6784,6 6-6784,-7 0 0,20 3 0,9-5 0,-17 1 0,6-2 0,-30 0 0,6-6 0,-2 2 0,8-20 0,3-25 0,0 11 0,-6 1 0,-1 1 0,-3 6 0,-2-2 0,1-8 0,-1 6 0,-1-10 0,1 5 0,0-2 0,0 3 0,-1 6-6784,-3 15 6784,2-14 0,1 3 0,-3 24 0,2-22 0,1-7 0,8-7 0,-6 6 0,0 1 0,4-3 0,-7 17 0,1 8 0,-4 3 0,2 11 0</inkml:trace>
  <inkml:trace contextRef="#ctx0" brushRef="#br0" timeOffset="43721">24471 2053 24575,'14'29'0,"-5"-8"0,-4-9 0,-4-6 0,7 3 0,-7-2 0,11 2 0,-11-3 0,4-8 0,-13-22 0,3 7 0,-7-13 0,3 10 0,2 11 0,-8-17 0,8 18 0,-8-7 0,11 9 0,-5 2 0,6 2 0,-3-1 0,-9-4 0,7 0 0,-7-2 0,9 3 0,-1 0 0,4 2 0,0 2 0</inkml:trace>
  <inkml:trace contextRef="#ctx0" brushRef="#br0" timeOffset="52535">16746 2693 24575,'0'-4'0,"0"2"0</inkml:trace>
  <inkml:trace contextRef="#ctx0" brushRef="#br0" timeOffset="53606">17485 2051 24575,'-47'-31'0,"9"8"-6969,31 17 6969,2 6 2009,-10-11-2009,6 6 1114,-14-4-1114,15 6 0,-9 3 0,9 3 3846,-23 11-3846,-10 18 0,-2 6 0,16-16 0,-1 2-1365,-11 13 0,-5 7 1,8-5 1364,16-12 0,3-2 0,-6 4 0,0 3 0,-5 15 0,4 7 0,10-7 0,4 5 0,1 0 0,1 0 0,1 2 0,4 0-1066,2 3 0,4 0 1,5-9 1065,8-13 0,5-9-215,4-5 1,-2-4 214,-6-6 2045,9 4-2045,-17-10 0,8 4 0,-5-1 0,16-1 0,3-2 0,-3-2 1794,5-3 1,0-6-1795,-9-13 0,-4-3 0,6-2-1894,-27-10 1,-11-12 0,-1 10 1893,-3 9 0,-18-18 0,1 5-3185,23 33 3185,-7-5 0,8 8 0,-40-21 0,21 17 0,-22-18 0,12 21 0,2 4 0,10-3 0,-14 6 0,2 2 0,23-2 4720,-5 25-4720,25 4 0,5 1-553,3 13 553,-1-12 0,2-5 0,3-14 0,-14-14 0,0 3 0</inkml:trace>
  <inkml:trace contextRef="#ctx0" brushRef="#br0" timeOffset="58690">26043 1235 24575,'20'0'0,"9"0"0,-9-2 0,5 1-8503,13-2 8503,-21 3 0,17 0 1719,-26 0-1719,43-3 0,-9 2 0,3-1 0,-12-1 0,-1-1 0,8 2 0,0 1 0,13-2 0,-6 3 0,-16 0 0,-2 0 0,9 0 0,2 0 0,-2 0 0,7 0 0,4 0 0,-30 0 6784,16 0-6784,-21 0 0,18 0 0,11 8 0,-13-3-5127,7 4 5127,-28-6-2543,21 5 1,2 1 2542,-12-5 0,13 4 0,-2 0 0,-16-5 0,-4-2 0,4 2 0,-12-3 0,0 0 0</inkml:trace>
  <inkml:trace contextRef="#ctx0" brushRef="#br0" timeOffset="59943">25867 1316 24575,'35'-9'0,"1"-1"0,0 1 0,1-1 0,-1 2 0,0-1 0,5-2 0,-5 2 0,-12 4 0,30-6 0,-18 7 0,-5 1 0,-8 5 0,-27 3 0,-19 9 0,6-9 0,-20 6 0,24-8 0,-13 4 0,13-4 0,0 0 0,-5 0 0,-6 3-6784,5 1 6784,-5-1 0,-5 5 0,10-3 0,-23 12 0,24-6 0,-8 15 0,18-14 0,-4 20 0,9-20 4115,0 6-4115,0-15 0,8 24 0,10 2 0,-3-7 0,5 1 0,32 3 0,4-5 0,-3 2 0,-12-14 0,5-1 0,-8-3 0,-7-1 0,26 2 0,-38-6 0,7 3 0,-20-5 0,0 1 0</inkml:trace>
  <inkml:trace contextRef="#ctx0" brushRef="#br0" timeOffset="64982">27646 2300 24575,'37'0'0,"-16"0"0,8 1 0,1 1 0,-10-1 0,13 2 0,0 2 0,-10-1 0,18 5 0,-24-3-2126,-2 0 0,-9-2 0,-6-1 1</inkml:trace>
  <inkml:trace contextRef="#ctx0" brushRef="#br0" timeOffset="65269">27391 2760 24575,'57'-1'0,"-1"0"0,-27 0 0,1 0 0,13-1 0,8-1 0,-7-1-1967,-12 0 1,-4-1 0,25 1 0,-20-2 0</inkml:trace>
  <inkml:trace contextRef="#ctx0" brushRef="#br0" timeOffset="66535">29121 2105 24575,'-41'-10'0,"0"1"0,-1-1 0,1-21 0,-2 33 0,-7 8 0,15-1 0,25-7 0,-20 15 0,-5 5 0,4-1-4252,3-3 1,1 1 4251,7-2 0,14-14 438,-13 23 1,-2 6-439,1-1 0,2 4 0,-2 9 0,5-3 0,8-10 0,2-2-2129,-2 8 0,0-3 2129,7-2 0,2-4 0,2 3 0,9 6 0,3 3 0,-3-3 0,2 2 0,0-3 0,5 6 0,1-5 4258,13 7-4258,3-14 0,-21-21 842,29 19-842,-36-21 6784,8-1-6784,-3-3 0,28-20 0,-13 7-3392,1-10 0,-4-3 3392,-15 8 0,11-19-2833,-22 26 2833,3-4-175,0-27 175,-2 18 0,-6-12 0,-2 0 0,1 12 0,-22-22 0,18 28 0,-7 0 5295,2 3-5295,4 8 4167,-21-8-4167,-12 5-3227,14 17 0,1 2 3227,-12-6 0,7 31-465,31-2 465,-4-11 0,4 12 0,0-14 0,6-13 0,-2 9 6554,4-12-6554,4 3 695,-1-2-695,6 5 0,-7-8 0,2 7 0,0-2 0,3 10 0,4 0 0,-3-6 0,-1-1 0,17-6 0,-21-2 0,17 1 0</inkml:trace>
  <inkml:trace contextRef="#ctx0" brushRef="#br0" timeOffset="67052">29805 2265 24575,'-3'33'0,"0"-7"0,3 9 0,0 3 0,-5-8 0,-1 1 0,3 13 0,0-1 0,-12 7 0,3-2 0,5-33 0,-4 33 0,2 1 0,3-32 0,-1 17 0,3-6 0,4-25 0</inkml:trace>
  <inkml:trace contextRef="#ctx0" brushRef="#br0" timeOffset="67469">29534 2528 24575,'45'7'0,"-1"0"0,0-1 0,9 2 0,1 0 0,-9-1 0,8 1 0,-21-4 0,1 1 0,23 3 0,-33-7-1701,11 2 0,-1 0 1,-16-3-1,8 0 1</inkml:trace>
  <inkml:trace contextRef="#ctx0" brushRef="#br0" timeOffset="69166">31175 3086 24575,'14'-15'0,"-5"10"0,31-23 0,-23 18-9831,26-22 8341,-31 20 1490,11-8 2818,-19 13-2818,13-28 859,-15 1 1,-4-6-860,-2 0 0,-1 0 0,1-1 0,-3 3 0,-19-5 0,-6 8 6784,0 5-6784,9 11 0,-1 0 0,-4 4 0,2 4 0,2 3 0,-19 1 0,1 3 0,17 6 0,-14 2 0,1 1 0,18 3 0,-6 7 0,0 2 0,12-8 0,-21 25 0,21-21 0,-2 10 0,5 20 0,10-18 0,-2 15 0,0 1 0,3-3 0,1 3 0,1-1 0,1-9 0,6 6 0,5 2 0,19 7 0,-5 2 0,0-21 0,0-6 0,-7-11-5411,15 10 5411,-24-14 0,35 0 0,8-16-1664,-7-8 0,7-8 0,-6 2 1664,-12 8 0,-3-2 0,5-8 0,2-5 0,-15 9 0,-21 14 0,14-13 0,3-3 0,-8 1 0,9-9 0,8-10 0,-6 7 0,-3-5 0,-3 7 0,4-6 0,-6 8 0,-5 3 3619,3-7-3619,-4 3 0,-4 16 0,7-16 0,1 0 0,-2 11 0,10-19 0,-14 29 6784,1 6-6784,-3-7 0,1 9 0,6 5 0,4 11 0,1-2 0,7 17 0,-6-2 0,2 1 0,-6-3 0,8 15 0,-16-25 0,15 28 0,-17-34 0,-2 3 0,-2-7 0,-2-1 0</inkml:trace>
  <inkml:trace contextRef="#ctx0" brushRef="#br0" timeOffset="69810">31270 3057 24575,'0'17'0,"8"8"0,4-1 0,0 0-9831,7 7 8341,-13-19 4308,15 27-2818,2 0 0,-4-5 0,2-2 0,1-1 0,-2-5 0,3-1 0,-1-1 0,-8-5 0,28 16 0,-29-24 1719,13 7-1719,-13-12 0,-3-3 0,-4 0 0,-4-3 0</inkml:trace>
  <inkml:trace contextRef="#ctx0" brushRef="#br0" timeOffset="72339">29616 5972 24575,'15'0'0,"17"3"0,-9-3 0,8 1 0,1-2 0,-6-2 0,23-13 0,0-3 0,-17 6 0,8-6 0,-3 1 0,-23 11 0,34-22 0,-29 15 0,17-12 0,-6 0 0,-16 13 0,15-14 0,2-1 0,-14 11 0,22-17 0,-36 31 0,3 3 0,26 11 0,-14-5 0,25 6 0,-28-10 0,10-10 0,-17 0 0,23-35 0,-23 23 0,0-25 0,-5-3 0,-8 19 0,-1-9 0,0 4 0,3 20 0,-3-4 0,3 14 0,-6 7 0,-1 2 0,-8 9 0,-19-7 0,4 2 0,-2-1 0,-17 1-6784,-4 2 6784,41-5 0,-22 11 0,6 7 0,-13 2 0,9 14 0,21-21-4537,-7 33 4537,14-34 0,1 24-3034,6-11 3034,0-8 3034,0 11-3034,0-7 0,0-2 0,3 2 0,3 13 0,1-22 0,8 31 0,6-9 4537,-6-11-4537,3-2 0,1 0 0,5 1 0,8 7 0,6-6 0,-14-16 6784,20 0-6784,-16-4 0,27-3 0,-28-3 0,30 0 0,-37-3 0,12-3 0,-22 3 0,4-6 0,-9 5 0,3-2 0</inkml:trace>
  <inkml:trace contextRef="#ctx0" brushRef="#br0" timeOffset="73408">31031 5638 24575,'45'0'0,"-1"0"0,6 0 0,-1 0-1765,-9 0 1,-2 0 1764,3 0 0,-2 0 1103,16 6-1103,-19-2 0,9 2 0,-39-3 0</inkml:trace>
  <inkml:trace contextRef="#ctx0" brushRef="#br0" timeOffset="73723">31116 5936 24575,'17'0'0,"26"0"0,3 0-2764,-9 0 2764,17 0 0,-7 0 877,-38 0-877,20 0 0,1 0 0,-14 0 0,29 0 0,-42 0 0,0 0 0</inkml:trace>
  <inkml:trace contextRef="#ctx0" brushRef="#br0" timeOffset="74033">31930 6098 24575,'19'-32'0,"-6"15"0,-4 3 0,-6 14 0</inkml:trace>
  <inkml:trace contextRef="#ctx0" brushRef="#br0" timeOffset="75412">32904 5376 24575,'-1'-31'0,"-1"1"0,-1-17-9831,-12 25 8341,9 15 4308,-8-13-2818,3 8 1719,2 4-1719,-17-4 0,14 6 0,-17 0 6784,14-1-6784,-14-2 0,17 5 0,-5-4 0,-1 1 0,-8-2 0,-15-1 0,10 4 0,5 3 0,11 0 0,7 2 0,-15-4 0,11 4 0,-12-5 0,14 6 0,-2-3 0,3 44 0,-6 6 0,8-15 0,0 0 0,-9 10 0,8-10 0,1-3-699,3-11 699,-1 16 0,1-1-3806,4-23 3806,0 13-986,0 30 986,3-27 0,-2 29 0,10-15 0,-9-25 529,9 17-529,1-9 0,-4-11 955,6 6-955,-10-10 0,1-7 1083,29 27-1083,-8-13 0,3 1-2908,7 5 1,0 0 2907,-8-6 0,-2-3 0,14 2 0,-35-10 0,17 5 0,-19-3 1955,11 1-1955,0 23-4537,-8-18 4537,11 17 4537,-16-4-4537,-1-17 0,-1 15 0,-10 5 0,-11 11 0,-5 8 0,-5-11 0,-17-13 0,15-15 0,-6-1 0,0 0 0,10-3 0,-18 5-4537,19-6 4537,14 0 0,-14 3 0,15-5 0,8 4 0,-5-1 0,11-1 0,0 0 0</inkml:trace>
  <inkml:trace contextRef="#ctx0" brushRef="#br0" timeOffset="79102">31464 6486 24575,'22'-7'0,"35"7"0,-18 1-2458,1 0 0,13-1 1,1-1-1,-10 1 968,13-1 1490,-4-2 0,8-1 0,-10-1 2107,-1-4-2107,-4-2-1259,-5 3 0,-4 2 1259,-12 1-324,18-1 0,0 1 324,-10 4 0,-3-2 0,-1 0 0,-6 3-1215,31 0 1,2 0 1214,-21 0 936,3 1 1,8 0 0,-6 0-937,11 2 0,4 4 0,-3-3 0,0 1 0,5 1 339,-28-2 0,1-1-339,5 1 0,-3 0 0,-3 0 4537,27 2-4537,-11-3 0,-26-3 6784,38 0-6784,-34-3 0,26-11 0,-33 7 0,2-7 0,-34 17 0,1-2 0,-23 7 0,22-7 0,-27 8 0,4-8 0,-6-2 0,2 1 0,-4-1 0,1 0 0,1 0 0,1 1 0,0-1 0,-14-2 0,7 1-6784,-4 2 6784,42 0 0,-12 2 0,-5-1 0,12 2 0,-28 2 0,-4 1 0,13-3-2269,-19 3 1,2-1 2268,25-5 1772,-17 0 0,-1 0-1772,7-6 0,4 4 0,-7 0 0,4-1 0,-18-4 0,20 4 0,-5 0 0,2 1 0,0 1 0,1 1 0,-8-1 0,2-1 0,14 2 0,3 0 0,-22 0 0,17 0 0,1 0 5092,-8 0-5092,-17-3-4964,17 0 4964,22-1 0,-27-1 0,37 4 0,-18-4 0,-9-5 0,6 3 0,-26-5 0,35 6 865,-10 2-865,-2 0 0,1 0 0,10 2 0,-14-1 0,1 1 0,20 2 6784,-16 0-6784,18 0 0,-5 0 0,24 2 0,10 2 0,6-1 0,-1 0-3392,17 1 0,0 0 3392,-16 1 0,19 0 0,-4-1 0,-29-1 0,33-3 0,-21-3 0,29 0 0,-32-1 0,2 1 0,-14 3 0,17-2 6784,-10 1-6784,33-2 0,-32 3 0,23 0 0,-7 3 0,-7-2 0,6 1 0,-1-2 0,-14 0 0,18-4 0,1 0-545,-12 2 545,33-7 0,-9 9 0,-12 0 0,8 0 0,2 0 0,1 3 0,8-2 0,-15 4 0,-17-1 0,9 2 0,-11-3 0,13 3 0,-11-5 0,27 1 0,-25-2 545,4 0-545,5-2 0,-14 1 0,19-2 0,6 5 0,0 2 0,-6-3 0,6 3 0,-2 0 0,-14-3 0,-13 2 0,7-3 0,-14 0 0,14 5 0,-8 2 0,26 6 0,-6-1 0,4-2 0,0-4 0,-3-3 0,2-3 0,0 3 0,4-3 0,-10 6 0,-3-3 0,-8 1 0,-1 1 0,-6-1 0,4-1 0,-3 0 0,-5-3 0,-4 0 0,-1 3 0,-10 0 0,7 0 0,-5 0 0</inkml:trace>
  <inkml:trace contextRef="#ctx0" brushRef="#br0" timeOffset="82943">16756 3259 24575,'0'-52'0,"-9"1"-2458,7 48 0,-6-8 1,8 14-1</inkml:trace>
  <inkml:trace contextRef="#ctx0" brushRef="#br0" timeOffset="84350">20034 2952 24575,'6'9'0,"3"17"0,-2-4 0,-1 6 0,-3 20 0,-7-1 0,-3 9 0,0-11 0,-1 6 0,0 1 0,0-4 0,1 0 0,1-3 0,-2 2-866,-1-1 0,-1 4 0,0-4 1,2-11 865,0 2 806,-4 19-806,9-30 0,0-5 0,3-20 0,0-34 0,0 16 0,0-16 0</inkml:trace>
  <inkml:trace contextRef="#ctx0" brushRef="#br0" timeOffset="85372">20053 2768 24575,'-12'2'0,"-7"5"0,4 3 0,-2-1 0,-4 2 0,9-6 0,-20 9 0,20-10 0,-6 5 0,-5 0 0,-27 12 0,18-6 0,1-2 0,5-3 0,17-6 0,-6 5 0,23-12 0,1 0 0,6-1 0,25-20 0,6-5 0,-15 10 0,0 0 0,19-8 0,-2 1 0,-8-2 0,-9 13 0,-23 6 0,43-14 0,-39 18 0,27-4 0,-25 12 0,2-2 0,1 7 0,-12-4 0,6 5 0,-5 20 0,1-12 0,2 37 0,-5-27 0,-1 6 0,5 9 0,-6-21 0,5 11 0,0 0 0,-3-5 0,5 27 0,-3-32 0,6 25 0,-2-31 0,3 7 0,-7-20 0,-3-3 0</inkml:trace>
  <inkml:trace contextRef="#ctx0" brushRef="#br0" timeOffset="87302">24937 2632 24575,'3'34'0,"0"22"-906,-3-43 906,-3 29 297,3-34-297,-14 43 0,8-25 151,-6 19-151,4 2 0,6-33 0,-6 31 0,7-6 0,-4-6 0,4-3 0,1-1 0,-3-5 0,0 19 0,0-19 0,-3 5 458,-3 2-458,2-10 0,-3 12 0,4-13 0,3-2 0,0-12 0,3-3 0</inkml:trace>
  <inkml:trace contextRef="#ctx0" brushRef="#br0" timeOffset="88421">24916 2516 24575,'-46'18'0,"0"0"0,18-7 0,1 0 0,-1 0 0,1 1 0,-10 13 0,16-12 0,-8 9 0,-7 7 0,6-3 0,-6 7 0,7-7 0,-5 3 0,8-4 0,9-3 0,-14 10 0,23-22 0,13-1 0,-2-6-2262,27-9 1,18-8 0,-8 2 2261,-8 4-943,10-9 1,17-9 0,0-1 0,-16 6 942,-4-2-497,2-2 1,8-6 0,-12 7 496,-14 5 0,17-16 0,-29 23 4180,18 5-4180,-12 18 0,2 5 0,-7-1 4790,2 8-4790,-6-8 0,7 4 3072,3 11-3072,-10-18 0,4 14 0,-9-17 0,10 14 0,-9-8 0,18 23-6784,-20-22 6784,9 1 0,-8-1 0,4-7 0,2 15 0,-5-14 0,7 5 0,-10-8 6784,8 2-6784,-9-3 0,3 8 0,-3-5 0,0 5 0,3-10 0,-3 29 0,3-23 0,-3 24 0,0-17 0,0-8 0,6 33 0,-5-29 0,5 18 0,-1-22 0,-3-5 0,3 1 0</inkml:trace>
  <inkml:trace contextRef="#ctx0" brushRef="#br0" timeOffset="90756">28706 4106 24575,'3'-6'0,"8"8"0,-6-4 0,7 8 0,-6-4 0,3 2 0,-2-1 0,-1 3 0,2-3 0,-4 1 0,8-1 0,-5-3 0,2-6 0,-3 5 0,1-16 0,-4 3 0,-3-3 0,-20-9 0,-32 19 0,-8 5 0,4-7 0,2 7 0,13 8 0,38 4-6784,21-4 6784,-9-3 0,-3 10 0,-3-6 0,3 15 0,1-17 0,2 3 0,-2-10 6784,-2-2-6784,4 3 0,-4 2 0,9 5 0,-10 1 0,5-4 0,0 0 0,-2-3 0,-1 0 0,-3 0 0</inkml:trace>
  <inkml:trace contextRef="#ctx0" brushRef="#br0" timeOffset="91396">29388 3440 24575,'-5'58'0,"0"-23"0,1 3 0,-1-2 0,2-9-4916,0 5 1,0-2 3425,0-16 4308,-1 14-2818,-1-5 0,1-3 1719,-8 34-1719,4-21 0,0 0 0,1-1 0,0 1 0,0-5 0,-1 2 0,2 8 0,0-4 0,2-16 6784,9 21-6784,7-44 0,4-8 0,-8 8 0</inkml:trace>
  <inkml:trace contextRef="#ctx0" brushRef="#br0" timeOffset="92222">29902 3488 24575,'2'31'0,"-1"1"0,-3 8-9831,1 4 8341,-2-30 1810,-11 35 1,0 5-321,8-15 991,-7 13 1,0 1-992,8-6 0,3-26 0,-3 19 0,5 0 0,0-25 5836,-3 17-5836,2-4 2861,-1-14-2861,2 29 0,0-24 0,0 18 0,0-24 0,0 15 0,0 13 0,2-15 0,-1 14 0,2-15 0,-3-11 0,-3 28 0,2-28 0,-2 9 0,3-20 0</inkml:trace>
  <inkml:trace contextRef="#ctx0" brushRef="#br0" timeOffset="105502">27915 4656 24575,'44'-5'0,"-23"3"0,24-3-9831,3-1 8341,-21 5 1490,29-5-1465,-47 6 1465,8 0 2134,-11 0-2134,22 0 0,6 0 0,0 0 0,-3 0 0,3 0 0,-1 2 0,-5-1 4334,-9 0-4334,38 1 5575,-43-2-5575,15 0 0,8 0-3269,3 0 0,0 0 3269,-4 0 0,-1 0 0,-3 1 0,0-2 0,10-6 0,0-2 0,-6 3 0,1-1-2020,17-5 0,-2 0 2020,4 2-785,0-4 785,-32 9 0,12-2 0,0-1 0,-16 4 0,17-2 0,-29 6 0,26 0 0,-23 0 0,20 0 0,-4 0 0,-8 0 0,30-2 0,-26-2 4148,6 1-4148,-3-6 1174,-14 8-1174,29-10 6784,-3 1-6784,13-1 0,-9-1 0,-2 3 0,-24 5 0,4-1 0,-6-1 0,3 5 0,8-5 0,-9 6 0,4 0 0,-4 0 0,6 0 0,3 0 0,-8 0 0,5 6 0,-13-5 0,5 4 0,1-2 0,-7-2 0,12 2 0,-7-3 0,11 0 0,-1-3 0,-3 2 0,0-2 0,-7 3 0,0 0 0,-1 0 0,-9 0 0,0 0 0</inkml:trace>
  <inkml:trace contextRef="#ctx0" brushRef="#br0" timeOffset="110595">28089 3497 24575,'-3'21'0,"2"2"0,-2 8 0,2 0 0,0 5 0,3 13 0,1 6 0,-2-12 0,0 3 0,1 1 0,0-4 0,3 14 0,1-3 0,-1-10 0,0 0 0,2-14 0,1-19-1696,6-5 0,-10-4 0,2-5 0</inkml:trace>
  <inkml:trace contextRef="#ctx0" brushRef="#br0" timeOffset="114461">29762 4455 24575,'11'1'0,"-2"4"0,33-17 0,-15 8 0,10-2 0,2-5 0,-27 6 0,16-21 0,-35-1 0,4-3 0,-20-5 0,14 12 0,-5-22 0,10 18 0,5-2 0,1-3 0,2 0 0,2 1 0,1-23 0,-2 18 0,-2 5 0,-5 13 0,-10-5 0,-13 7 0,8 2 0,31-12 0,8 14 0,11-3 0,1 1 0,-7 2 0,-1-12 0,-33 14 0,-16-2 0,-7 1 0,-12-4 0,-1 3 0,6-3 0,26-10 0,-7 4 0,39 8 0,10 0 0,-1-12 0,-5-8 0,-19 10 0,-22 2 0,2-2 0,9 10 0,11-16 0,4-2 0,-3 13-6784,6-33 6784,-18 45 0,-16-8 0,14 11 0,-8-1 0,-15-4 0,-3-1 0,-7 3 0,-15 8 0,43 13 0,24 5 0,-5-1 0,15 30 0,-12-13 2261,1 1 0,2 7 1,-2-4-2262,-6-8 0,-1-2 0,2 10 0,-1-2 0,-6-10 0,-5-22 0,6 0 0,0 6 0,3-7 0,3 17 0,0-13 0,3 26 0,-4-20 0,3 34 0,-7-26 0,-2 33 0,1-36 0,-14 33 0,8-38 0,-6 17 0,12 4 0,6-23 0,-1 21 0,6-22 0,-4-2-6784,11 19 6784,-7-16 0,6 13-10,9 3 10,-7-9-3846,6 10 3846,-14-21 0,3 4 0,-5-7 0,31 11 0,-29-13 4875,26-15-4875,-29-1 0,3-18 0,-2-1 0,-7 9 10,0-23-10,2 35 5755,7-10-5755,3-1 0,-5-30 0,-13 21 0,-6-6 0,-16-7 0,13 27 0,-14-19 0,31 12 0,2-3 0,7 1 0,-5-23 0,-14 18 0,2-8 0,-13-8 0,6 28 0,-13-25 0,13 33 0,-4 40 0,9 3 0,3 4 0,-1 4 0,1-1 0,-1-5 0,2-2 0,2 2 0,2-5 0,0-11 0,9 32 0,4-41 0,-3-6 0,8-36 0,-16 6-3392,0-13 0,0-1 3392,-3 14 0,2-25 0,-1 45 0,5-25 0,-20 65-4537,9-30 4537,-17 38-302,0 11 302,12-33 2193,1 10 1,2-2-2194,3-15 0,3-3 0,-6-67 6560,5 35-6560,-3-23 0,-1 0 0,2 25 676,-31-2-676,18 46 0,2 11-6784,-22 3 6784,23-1 0,6-4-2494,7-23 2494,0-1-162,2 21 0,2 4 162,3-10 0,-6 10 0,5-4 0,13-21 5388,-10-11-5388,23-41 0,-17 8 0,-1-8 0,-1 4 0,2-2 0,-2 1 1207,-2-9 0,-2-3 1,-9 27-1208,-16 49 0,-5 11 0,-5-22 0,12 22 0,4 15 0,5-8 0,7-9 592,21 10-592,-10-78 0,0-15 0,5 19 0,-6-9 0,-1-10 0,-3 14 0,-6 21 0,12-31 0,-16 39 0,1-2 0,-10 37 0,-4 15 0,7-5 0,-4 2 0,2 3 0,10-2 0,5 0 0,5-11 0,1-1 0,-5 11 0,4-5 0,30-4 0,-10-67 0,-6 5 0,-2-6 0,-9-15 0,-4 0 0,2 16 0,-6 8 0,-29 4 0,13 32 0,1 23 0,0 19 0,1 5 0,3-14 0,5 6 0,-2 6 0,0 9 0,3-32 0,10-68 0,1-30 0,-7 14 0,-3-4 0,0 0 0,3 3 0,1-1 0,-5 0-1696,-5 8 0,-3-3 0,-1 5 0,1 12 1696,-4 6 0,-18-14 0,25 34 0,-27-21 0,-4-1 0,6 13 0,2 2 0,28 31 6784,-8-18-6784,6 28 0,-3 3 0,2 3 0,3-2 0,2 1-3392,0 9 0,0-4 3392,1-10-984,11 9 0,7 8 0,-3-6 984,0-2-1187,1 7 1,5 7 0,-5-16 1186,-8-24 0,1 5 0,-10-14 0</inkml:trace>
  <inkml:trace contextRef="#ctx0" brushRef="#br0" timeOffset="117680">17527 4226 24575,'27'-37'0,"1"0"0,-1 0 0,0-5 0,1 3 0,8 5 0,-1 5 0,-4 4 0,14-12 0,-1 2-2600,-15 17 2600,3-8 0,3-4 0,-2 5 0,-2 1 0,-9 4 0,3-1 0,11-9 0,5-2 0,-5 4 0,7-8 0,-8 8 0,4-3 0,-6 4 0,5-6 308,-10 11 1,0-3-309,-1-10 0,-3 4 0,-6 13 0,2-11 0,0 1 0,-9 13 0,-10 7 0,5-7 0,-34 9 0,18 2 1983,-30-1-1983,-5-4 0,7 1 0,-2 0 0,1 1 0,7 3 0,-14-1 0,22 2 0,53 5 0,-14-4 0,20 2 0,14 3 0,-5-1 0,-4-1 0,-3-1-3392,11 1 0,-3 1 3392,-5-2-1139,17-6 1139,-27 2 0,10-3 0,2-1 0,4-2 0,-9 0 0,-6 4 0,-19 6 6220,-4 0-6220,6 22 1703,-10-11-1703,-1 35 0,-9-24 0,-4 4 0,-7 3 0,-16-1 0,-10-2 0,2 0 0,-6 7 0,0-1-2262,6-8 1,-1 1 0,5-6 2261,-11 1 0,38-12 0,6-6 0,-1 3 0</inkml:trace>
  <inkml:trace contextRef="#ctx0" brushRef="#br0" timeOffset="120614">10209 5014 24575,'10'-4'0,"-10"1"0,-24 6 0,1 0-4252,-14 6 1,-1 0 4251,12-3 0,-9 3 0,-6 1-339,-4 1 0,1 0 339,8-1 0,0-1 0,-11 4 0,-4 1 0,8 0 0,-3 2 0,6-2 0,9-3 0,0-1 0,-17 8 0,-7 2 0,11-4-3743,7-4 3743,-3 8 0,45-22 0,25-16 3743,-9 2-3743,19-22 2397,-29 19-2397,6-13 0,-10 20 0,-1-5-3134,5-1 3134,-9 9 0,18-11 0,10 2 0,-9 9 0,13-10 0,7-1 0,-4 6 0,-1 2 0,-4-3 0,0 0 0,9 0 0,-7 4 3134,-24 10-3134,17-7 0,2-1 0,-14 4 0,38-13 0,-64 22 0,10-2 0,-26 11 0,-10 3 0,-8 6 0,7-6 0,-7 1 0,7-1 6784,-8 5-6784,7-6 0,-14 4 0,-5 2 0,4-1 0,12-5 0,10-3 0,1 0 0,-14 2 0,-12 4 0,6 0 0,21 1 0,28 7 0,3-16 0,25 15 0,-18-21 0,15 8 0,-12-5 0,15 5 0,-1 0 0,2-1 0,-6 0 0,13 1 0,-25-4 0,30 6 0,-8 1 0,-2 2 0,17 10 0,-25-7 0,17 18 0,-22-22 0,6 13 0,-18-25 0,-1 1 0</inkml:trace>
  <inkml:trace contextRef="#ctx0" brushRef="#br0" timeOffset="131192">19034 7719 24575,'13'7'0,"9"12"0,1 4 0,-3 0 0,0-4 0,1 4 0,-2 4 0,-2-1 0,1-3 0,15 21 0,-5 1 0,-18-25 0,6 7 0,-1 0 0,-6-11 0,16 21 0,-19-25 0,11 9 0,-14-15 0,9 5 0,-4-9 0,3 12 0,-4-13 0,-4 8 0,5 2 0,-1 12 0,0-6 0,4 1 0,-9-13 0,12-1 0,-7-1 0,6 0 0,-4-3 0,5-3 0,-3 2 0,26-4 0,14-1 0,-14 2 0,2 1 0,0-1 0,1 1-3392,14 4 0,-4 1 3392,-3-1 0,-18 2 0,1 0 0,19 1 0,-3 0-1489,-15-2 1489,23 3 0,-5-1 0,-37-4 0,17 2 0,3 1 5380,-14-2-5380,13 2 0,5 0 0,12 0 0,-7-3 0,7 3 0,-1-3 0,-25 0 0,11-1 0,1-1 0,-7-1 2144,8-1-2144,-1-1 0,-22 1 0,32 1 0,-25 0 749,11 3-749,-11 0 0,2-3 0,-10 2 0,3-4 0,-10-15 0,-1 9 0,-3-29 0,0 30 0,0-22 0,0-15 0,0 6 0,0-9 0,1 15 0,0 2 0,0-1 0,1-13 0,-1 0 0,-1 11-6784,3-13 6784,-3 39 0,6-13 0,-3 11 0,3-18 0,-2 22 0,-1-3 0</inkml:trace>
  <inkml:trace contextRef="#ctx0" brushRef="#br0" timeOffset="138386">6710 3391 24575,'0'28'0,"5"28"0,-4-16-9831,5 10 8341,-6-44 1490,0 0 1169,1 21 1,1 5-1170,-2 4 0,3 14 0,0 2 0,-2-12 892,0-8 1,0 0-893,-3 9 0,-2 6 0,1-5 0,1-13 0,1 0 0,1 1 0,0 25 0,0-33 6580,0 1-6580,-6-6 617,2-3-617,-5 2 0,-11 1 0,-4-6 0,-3 1 0,-5-3 0,15-5 0,-17-6 0,-2-2 0,9-1 0,-15-5 0,2-3 0,19-2 0,-8-3 0,0-5 0,7-2 0,3-1 0,-1 5 0,0-1 0,-2-12 0,4 2 0,6 5 0,-3-26 0,12 28-6784,3-2 6784,0 9 0,6 13 0,17 19 0,2 14 0,1 5 0,-10-1 0,5-3 0,3 2 0,-5-6 0,1 1 0,11 14 0,-1-3 0,1 0 0,-3 8 6784,-18-32-6784,12 21 0,-17-28 0,11 14 0,-10-11 0,19 17 0,4-9 0,-7-4 0,6 1 0,-21-13 0,24 2 0,-19-3 0,30-3 0,-27-1 0,4-2 0,-8 3 0,16-25 0,7-9 0,-2 5 0,1-2 0,-5 6 0,1-1 0,-2 1 0,0-1 0,-2 2 0,17-10 0,-31 25 0,19-11 0,-36 29 0,5-1 0,-5 3 0</inkml:trace>
  <inkml:trace contextRef="#ctx0" brushRef="#br0" timeOffset="140945">979 2711 24575,'54'-1'0,"1"0"0,-11-1 0,-3 0 0,9-4 0,-25 2 0,19 0 0,6 0 0,-10 0 0,0 1 0,9 0 0,1-1 0,6-5 0,-5 1 0,0 3 0,-22-1 0,-1 0 0,4 0 0,-16 5 0,17-1 0,-17 2 0,15 0 0,-23 0 0,26 0 0,5-3 0,7-12 0,-9 6 0,-14-17 0,-16 15 0,2-10 0,-6 8 0,-5-6 0,-5 9 0,-20-10 0,8 11 0,-28-14 0,-7 6-6784,19 1 6784,-7 4-326,17 0 326,15 8 0,-18-6 0,33 8 0,-3 2 0,7 0 0,27 5 0,-19-1 0,34 5 0,-36-5 0,31 15 0,-34-9 6623,21 24-6623,-31-18 487,3 18-487,-8-22 0,-3 28 0,-1-26 0,-10 28 0,-14 2 0,-3 0 0,-1-4-6481,16-20 6481,11-14 0,-21 25 0,8-13 0,-12 15 0,12-21 0,14-6 0,-11 0 0,8 0 0,0 0 6481,2 1-6481,-2 7-1696,6-6 0,-5 4 0,9-9 0</inkml:trace>
  <inkml:trace contextRef="#ctx0" brushRef="#br0" timeOffset="145182">2687 9424 24575,'4'-56'0,"1"0"0,0 0 0,-1 0 0,1 0 0,3 8 0,1 4 0,-1 1 0,-6 0 0,-13-15 0,-7 1 0,3 6-4916,7 1 1,1 6 4170,-3 8 0,2-1 1684,7-4 0,3-3 1,2 5-940,2 7 0,2 3-1409,0-6 0,1 2 1409,2-14 0,-5 41 0,-5-13 4537,-7 5-4537,-13-10 0,1 13 0,-23-9 6784,24 12-6784,-12-4 0,16 9 0,-19 22 0,-7 15 0,-4 4 0,15-14 0,0 1 0,-5 9 0,-2 3 0,7-5 0,3 1 0,10-6 0,3-1 0,6-8 0,3 2 0,6-11 0,6-2 0,10-4 0,-2-4 0,26-19 0,-23 7 0,8-10 0,-1-3 0,-4 2 0,1-8 0,4-3 0,-3 2 0,0 2-3392,-8 6 0,0 2 3392,1-1 0,2 3 0,23-7 0,-8 7 0,-9 6 0,0-1 0,14-7 0,-22 12 0,20-7 0,-19 8 0,16-2 0,-24 8 0,7-1 0,-12 4 0,5-2 0,-3 3 3392,14 18 0,1 11-3392,-12 4 0,-2 4 0,12 2 0,-1 3 0,-11 14 0,-4-3 0,2-11 0,-2 1 0,-1-3 0,0-12 0,1 29 0,-4-37 0,2 6 0,2-26 0,-4 2 0,5-8 0</inkml:trace>
  <inkml:trace contextRef="#ctx0" brushRef="#br0" timeOffset="146637">2999 9290 24575,'49'-15'0,"0"-1"0,-1 0 0,1 1 0,0-1 0,0 1 0,-1 1 0,-2 0 0,-3-2 0,6-5 0,-4-2 0,-5 4 0,-10 6 0,0 0 0,17-6 0,7-4 0,-9 6 0,4 1 0,-10 5 0,5-1 0,-8 4 0,-9 4-7586,11-1 7586,-26 4 790,18-4 1,7-1-791,-6 1 0,1-1 0,7-1 0,2 1 0,-1 1 0,-1 1 0,-4-1 0,-1 1 0,18 3 0,-15-7 0,-6-1 0,-20 4 6005,-8-7-6005,-8 9 0,-21 3 0,-6 0 0,1 0 0,-24-6 0,16-3 0,-11-10 0,21 8 0,4-6 0,2 0 0,9 9 0,-18-16 0,44 24 0,19 7 0,5 1 0,10 1-2262,-7-1 1,7 2 0,-9-3 2261,-3-1 0,15 3 0,-3 1 0,-29-2 0,21 4 0,-30 14 0,-16-7 0,-14 22 0,0-22 6784,-2 3-6784,-13-2 0,19-4 0,-8-1 0,-4 2 0,3-2 0,0-2 0,-18 11 0,15-11 0,4 0 0,5 0 0,-11 2 0,20-5 0,-6-1 0,6 11 0,5-5 0,-5 20 0,8-22 0,1 3 0</inkml:trace>
  <inkml:trace contextRef="#ctx0" brushRef="#br0" timeOffset="149521">24766 8080 24575,'12'-16'0,"17"-8"0,-9-3 0,23-11 0,-28 25 0,20-15 0,-20 19 0,22-14 0,-23 15 0,14-4 0,-20 9 0,6 3 0,4 6 0,-6-2 0,13 10 0,-14-3 0,10 9 0,-11-6 0,8 18 0,-5 0 0,-3-5 0,1 2 0,-2 0 0,-1-1 0,4 17-3392,-7-12 0,-1-3 3392,-4-10 0,2 10 0,-1 1 0,-4-2 0,0 12 0,-6 0 0,2-23 0,-17 22 0,3-13 0,-4 2 0,-5-3 0,18-15 6784,-25 3-6784,23-7 0,-12-1 0,-20 5 0,28-8 0,-23 8 0,27-11 0,4-8 0,-1 2-6784,-3-31 6784,13 25-2191,-7-19 2191,7 24 0,-2-22 0,14 1 0,-2-2 0,25 1 0,-15 22 0,28-11 0,-28 13 0,21-6 0,-27 10 5699,18-1-5699,-17 2 3276,19 13-3276,-15-1 0,-2 11 0,-1 3 0,0 2 0,-2 6 0,1 9 0,-1-7 0,1 6 0,4 12 0,1-1 0,0-13 0,4 4 0,-7-16 0,-8-16 0,-8-9 0</inkml:trace>
  <inkml:trace contextRef="#ctx0" brushRef="#br0" timeOffset="154705">24310 4352 24575,'9'21'0,"-2"16"0,-1 7 0,-3-5 0,0 8-684,-3-32 684,3 35 169,-3-41-169,3 47 0,-3-29-3307,6 12 1,-1 0 3306,-2-14 0,8 17-426,-5-9 426,1-10 197,4 26-197,-6-30 0,-2 13 0,-1 1 0,-2-8 0,0 29 0,-3-13 0,3-17 0,-6 28 0,5-36 6500,-1 6-6500,2-4 161,0-4 1,0 2-1,0-8 1</inkml:trace>
  <inkml:trace contextRef="#ctx0" brushRef="#br0" timeOffset="163929">21374 6101 24575,'0'34'0,"0"-21"0,0 24 0,5 14 0,-3-31 0,1 15 0,2 11 0,-2-10-1141,-2-14 1141,1 19 0,2-6-2727,-1-31 2727,-3 4 0,6 15 0,-3-15 0,1 23 0,4-5 0,-4-5 0,5 27 0,-3-29 0,-2 8 0,1 1 981,-4-12-981,5 14 2887,-3 11-2887,3-1 0,0 2 0,-1 10 0,0-12 0,1-4 0,-3-14 0,1-5 0,1 15 0,-4-20 0,1 25 0,1 12 0,-2-11 0,-1-3 0,0-2 0,-1-10 0,-2 7 0,1 1 0,-2-20 0,1 23 0,-3-26 0,3 12 0,-4-13 0,-2 16 0,2-14 0,-2 17 0,0-12 0,2-1 0,-2-2 0,5-8 0,-7-2 0,3-2 0,-4-5 0,-6-12 0,10 6 0,-9-20 0,10 17 0,-5-26 0,5 25 0,-2-39 0,5 33 0,1-13 0,-2 3 0,3 18 0,-3-35 0,5 35 0,0-15 0,0 23 0,0 5 0,8 18 0,-6-7 0,9 19 0,-10-22 0,2 8 0,8 19 0,-3-15 0,13 35 0,-11-35 0,7 22 0,-12-26 0,12 13 0,-15-19 0,9 8 0,-11-10 0,9 10 0,-8-9 0,7 24 0,-7-22 0,2 18 0,-3-20 0,0 4 0,0-6 0,0 0 0,16-22 0,-11 11 0,17-21 0,-18 22-6784,21-21 6784,-17 17 0,22-21 0,1 2 0,-5 7 0,4-6 0,0 3 0,-22 13 0,23-13 0,-23 19 0,18-19 0,-14 14 0,6-12 6784,1 3-6784,-10 10 0,31-15 0,-25 17 0,13-8 0,-24 13 0,-2-1 0</inkml:trace>
  <inkml:trace contextRef="#ctx0" brushRef="#br0" timeOffset="172254">28090 4819 24575,'-13'-24'0,"-12"-1"0,-1 2 0,4 7 0,0-1 0,-3-1 0,-20-14 0,16 15-8503,-14-13 8503,23 21 0,13 3 1719,1 3-1719,-14-15 0,-21-13 0,5-1 0,-1 1 0,16 11 0,0-2 0,-3-11 0,-11-6 0,15-4 0,23 33 6784,0-13-6784,1 16 0,2 1 0,-4 0 0,-1-1 0,7-4 0,-4 3 0,14-10 0,-10 11 0,7-2 0,-1-3 0,-6 10 0,12-12 0,-12 10 0,4-2 0,-3-5 0,-5 6 0,12-18 0,-10 5-3392,5-9 0,1-2 3392,-4 5 0,4-18 0,-4 13 0,0-2 0,-2-2 0,0-1 0,2-2 0,0-2 0,3-9 0,-3 6 0,-5 18-2269,5-7 1,1 2 2268,-5 15 0,2-12 0,2-2 4537,-6 10-4537,6-32 0,-7 32 0,4-21 0,-1 18 0,-1 0 6784,3 3-6784,11 4 0,-7 6 0,18-4 0,-20 7 0,37-11 0,-23 7 0,16-2 0,1 0 0,-6 2-6784,14-1 6784,-30 6-4537,4 0 4537,-9 3-470,44-3 470,-38 3 0,25 0 0,-15 0 0,-14 0 0,26 0 0,-27 0 4303,7 0-4303,15 6 0,2 2 0,-6-5 352,6 5 0,1 1-352,-1-3 0,-20-2 0,12 2 0,-11-6 0,28 2 0,-22-1 0,8-1 0,-2 0 0,-14-1 6784,22-7-6784,-1-2 0,-11 2 0,5 0 0,-11 5 0,-10 2 0,13-1 0,-11-1 0,12-3 0,-11-1 0,9 0 0,-7-4 0,-1 9 0,4-9 0,2 7 0,-5-2 0,4 3 0,-5 0 0,-7 3 0,5-3 0,9-1 0,5 1 0,0 0 0,22 3 0,-23 0 0,16 0 0,-20-3 0,-8 3 0,2-3 0,-8 3 0,13 8 0,-11-3 0,11 15 0,-8 5 0,-4-4 0,-3 14 0,-2 1 0,-3-7 0,-1 2 0,-1 1 0,-1 10 0,-6 12 0,5-12 0,-2 6 0,0-1 0,5-19 0,-4 16 0,-1 0 0,2-18 0,-3 7 0,-5 17 0,-1 0 0,8-16 0,-4 5 0,-2 10 0,3-11 0,3-13 0,-1 16 0,1-1 0,4 3 0,1-10 0,0 0 0,1 10 0,1-3 0,4-10 0,-5-7 0,7 22 0,-7-29 0,7 27 0,-3-29 0,6 25 0,2-24 0,-6 4 0,2-11 0</inkml:trace>
  <inkml:trace contextRef="#ctx0" brushRef="#br0" timeOffset="175267">24385 4102 24575,'-49'12'0,"19"-2"0,-2-4 0,23-3 0,-8 5 0,8-6 0,-12 9 0,0 1 0,6-1 0,-12 10 0,0 11 0,8-6 0,-1 9 0,0 4 0,-1 7 0,9-19 0,0 2 0,0 5 0,2 0-3392,1-5 0,1 0 3392,1 0 0,0 0 0,-4 18 0,5 9 0,5-7 0,-2-12 0,1-2 0,2 4 0,-3 14 0,5-23 0,2 5 0,3 10 0,-1-8 0,4 3 0,6 15 0,-1-6 0,-6-33-2269,21 27 1,4 0 2268,-15-24 0,10 9 0,10 7 0,-10-9 0,-12-12-1381,8 4 0,-3-2 1381,-16-10-262,23 7 1,7 2 261,-2-3 1455,-1 4 0,2-1-1455,0-8 0,-3-2 0,-3 3 4351,27 1-4351,-11-11 0,8-2 0,-8-2 0,6-3 1890,-9 5 1,8 0 0,-7-3-1891,-9-4 0,-6 0 0,-6 1 1173,27-11-1173,-32 12 0,3-15 0,1-3 0,-1 4-3309,4-18 0,-3 1 3309,-17 21 0,8-20 0,-9 17 0,-3-24 0,-2-5 0,-2-6 0,-2 13 0,-1-7 0,-1 2 0,-2 10 0,-1 3 0,0-2 0,-2-10 0,-2-1 0,1 0 0,1 4 0,1 1 0,-2 0 0,-2 2 0,-1 0 0,0 5 0,-2 5 0,0 4 0,1 0 0,-2 5 0,-30-4 0,21 13-3616,-5 1 3616,16 8 2192,-15-5 0,-2 0-2192,14 5-937,-19-1 1,6 4 0,29 5 0,-3 8 0</inkml:trace>
  <inkml:trace contextRef="#ctx0" brushRef="#br0" timeOffset="185150">16260 3625 24575,'30'-17'0,"10"-3"0,-27 12 0,39-5 0,7 3 0,-14 3 0,4 0 0,4 0 0,-14 4 0,-4 1-9831,3-2 9086,-6 0 0,-3 1 242,-3 1 503,-19 2 1039,24-3 1,10 0-1040,-1 1 0,1 0 0,5-1 0,0-1 0,-11 3 0,-4 0 0,17 1 0,-28 0 0,35 0 0,3 0 0,-26 0 1063,16 0 1,-6 0-1,-33 0 1,5 0 0</inkml:trace>
  <inkml:trace contextRef="#ctx0" brushRef="#br0" timeOffset="188871">17567 7990 24575,'48'25'0,"-12"-3"0,-25-19 0,-3 1 0,4-2 0,0-7 0,1 1 0,0-8 0,10-1 0,-14 3 0,16-16 0,-22 13 0,11-25 0,-14 19 0,0-8 0,-6 9 0,-1 7 0,1 2 0,3 7 0</inkml:trace>
  <inkml:trace contextRef="#ctx0" brushRef="#br0" timeOffset="190322">18120 7259 24575,'3'3'0,"5"33"0,-2 14-4916,-6-12 1,0 1 4170,6 11 0,-1 1-333,-8 0 1,0-10 1077,2-26-879,-2 36 879,3-43 0,0 37 0,6-9 0,-5 6 0,8-11 3034,-9-24-3034,6 16 0,-5-14 0,1 11 0,-2-13 4537,0 13-4537,-2 6 6784,1 1-6784,-5 13 0,6-27 0,-9 26 0,8-23 0,-5 19 0,6-14 0,3-11 0,-2-3 0,1-13 0</inkml:trace>
  <inkml:trace contextRef="#ctx0" brushRef="#br0" timeOffset="198370">17575 7188 24575,'33'17'0,"-1"3"0,-24-16 0,6 5 0,-8 14 0,4-13 0,-4 13 0,5 16 0,-6-16 0,4 18 0,5 13 0,3-3 0,-3-11 0,0-1-574,3 9 574,0-16 0,-3-37 0,-2 5 0,17-17 0,-9 15 0,-3-9 0,32-1 0,-6-2 0,-14 5 0,0-1 574,10 1-574,-3-5 0,-21 12 0,28-12 0,-31 12 0,14-3 0,-19 7 0,2-1 0,-6 2 0</inkml:trace>
  <inkml:trace contextRef="#ctx0" brushRef="#br0" timeOffset="230681">24120 6418 24575,'-50'-10'0,"1"0"0,-1 1 0,4 0 0,1 1 0,3 4 0,1 5 0,2 5 0,-18 2 0,4 3 0,8 3 0,7-4 0,2 0 0,3 4 0,-4 6 0,13-5-3392,-11 11 0,0 0 3392,11-6-441,-12 12 0,2 2 441,12-9 0,-7 10 0,-1 0 0,4-5 0,-4 8 0,9 6 0,0 4 0,2-11 0,-2 2 0,-1 5 0,-2 5 0,1-4 0,2-5 0,0-1 0,-5 10 0,2-3 0,4 0 3174,7-19 0,0 3-3174,0 7 0,3 4 0,1 8 0,1 4 0,1-11 0,1 2 0,0-2 659,0 13 0,2-3-659,3-9 0,-1-3 0,-1-10 0,0 1 0,0 11 0,-1 3 0,2-4 0,0 3 0,0-4 0,0-3 0,1 2 0,0 11 0,0 6 0,0-10 0,1-4 0,-4 17 0,2-3 0,4-28 0,5 17 0,0-1 0,0-18 0,9 9 0,-1-3 0,-12-23 0,25 25 0,-19-21 0,9 7 0,18 12 0,-11-15 0,2 2 0,5 7 0,2 2 0,6 3 0,-2-1 0,0 2 0,-13-10 0,1 0 0,20 10 0,-18-10 0,0 1 0,2-2 0,2 2 0,4 3 0,3 3 0,-1-3 0,3-2 0,-1-1-1199,8 10 1,-3-3 1198,-18-16 0,-1-3-5990,24 13 5990,-25-14-2003,26 12 0,-2 0 2003,-30-13-23,20 7 0,7 3 23,-1 0 0,-2-1 0,-9-5 0,3 0 153,0 1 1,5 3 0,4 1 0,5-2-154,-7-4 0,5 0 0,4 0 0,1-1 0,-1 0 0,-1 1 0,-5-1 443,1 2 0,-3 1 0,-2-1 0,2 0 0,4 0-443,-1-1 0,5-1 0,4 1 0,1 0 0,-1-1 0,-3-1 0,-4 0 0,-8-2 0,12 3 0,-8-2 0,-2-1 0,-3-1 0,-2-1 0,-3-1 0,2-1 0,-5-2 4921,8-2-4921,-13-3 45,2-3 1,5-3-46,18-12 0,-1-3-702,-25 10 1,1 1 701,20-9 0,4-1 1121,0 1 1,-2 0-1122,-13 5 0,0-1-542,0 3 1,1-1 0,-4 1 541,-5-1 0,-7 3 0,-11 5 0,16-11 0,3-2 2326,-8 8-2326,8-11 0,12-11 0,0-2 0,-10 10-2001,-2-2 2001,5-1 0,7-8 0,-7-1 0,-6-14 0,-8 2 0,-7 22 0,0 0 720,2-4 0,2-4 0,-4 2-720,-1-4 0,-3 2 0,-1-1 0,0 0 0,1 1 0,2-3 0,2-14 0,1-8 0,-3 15-5824,-3 13 5824,5-16 0,-2-9-577,-6 11 0,-3-1 0,-1 6 577,0 14 0,-1-2-109,1-12 1,-1-10-1,0-2 1,-2 7 108,-4-4 0,-2 5 0,-1-2 0,0 3 0,1 8 0,0 0 0,-4-5 0,0 3 0,2 8 0,0-5 0,2 3 0,4 19 3508,-8-42-3508,5 17 0,-2-5 0,-3-7 0,-2-5 0,1 0 0,2 10 0,2 0 0,-2 0 0,-1 3 0,-1-1 0,0 1 0,2 5-1972,0-1 0,1 4 1972,-2-1 0,2 6-1779,3 13 1779,5 12 0,-18-39 0,12 29 0,-5-13 0,1 1 0,4 16 0,-16-40 3656,-4 4-3656,5 10 0,-3-2 0,2 6 0,1 4 0,-11-15 2660,10 21-2660,2-1 0,9 12 0,-9-9 6784,15 11-6784,-18-15 0,-8-5 0,-5-2 0,-1-1 0,0-5 0,2 1 0,1 10 0,4 4 0,-3-4 0,18 17 0,-27-14 0,-5-2 0,13 9-2262,-1 2 1,-8-1 0,9 3 2261,6 5 0,-7-2 0,4 0-3435,19 6 3435,-8-4 0,-12-4 0,-11-1 0,-3 4 0,-6 0 0,2-1-1018,-2-4 1,0 0 1017,4 5 0,-3 0 0,8 2 0,-10 2 1446,22 3 1,-1-1-1447,-1-1 0,0 1 1305,-7 2 1,3 1-1306,4-2-4548,-9 3 4548,26 0 2272,-26 0-2272,-7 1 0,-5 1 0,18-2 0,-2 0 405,-4 1 1,-3 0 0,6 0-406,-10 2 0,1 0 1025,16 1-1025,-4 7 0,18-4 3392,-10 5 0,-2 3-3392,-11 11 0,17-12 0,-1 1 0,-6 7 0,2-1 0,-1 2 0,-7 7 0,1 1 0,24-20 0,-18 14 0,-9 7 0,22-17 0,-7 4 0,-1 2 0,5-2 0,-1-2 0,7-3 0,-3-2 0,10-4 0,-10 6 0,8 1 0,-2 2 0,5-4 0,1-5 0</inkml:trace>
  <inkml:trace contextRef="#ctx0" brushRef="#br0" timeOffset="234105">23030 4786 24575,'6'51'0,"-5"-26"0,7 22 0,1 3 0,-4-11 0,7 11 0,3 13 0,-2-9 0,-7-20 0,0 0 0,3 8 0,2 10 0,0-2 0,-2-9 0,-1 14 0,-1-17 0,2 7 0,0-3 0,5 6 0,1-1 0,-2 8 0,1 0 0,0-14 0,-1-2 0,-3-1 0,0-2 0,1-7 0,0 1 0,1 15 0,0 0 0,0-13 0,0 0 0,-2 11 0,-2 0 0,0-14 0,0-2 0,-1 3 0,-1-1 0,6 12 0,-3-7 0,-5-20 0,1 12 0,-5-17 0,0 0 0,0 9 0,0-3 0,0 19 0,0-18 0,0 21 0,-5-33 0,-2 6 0,-17-31 0,-3-2 0,-13-17 0,15 18 0,-6-21 0,20 33 0,-2-14 0,-4-1 0,6-1 0,-8-9 0,-2-11 0,13 27 0,-6-12 0,13 25 0,15 44 0,-4-20 0,9 19 0,2 1 0,-2-9 0,3 2 0,0-1 0,-4-4 0,14 21 0,-15-18 0,-2-3 0,5 6 0,-11-18 0,5 7 0,-8-14 0,28 9 0,-18-10 0,19 6 0,-4-4 0,-14-7 0,40 2 0,-22-14 0,-1-4 0,18-2 0,-21-6 0,2-8 0,-7 4 0,-3-6 0,3-6 0,-1 0 0,-11 11 0,10-17 0,-14 21 0,5-12 0,-8 19 0,-1-1 0,-3 11 0,-3 4 0</inkml:trace>
  <inkml:trace contextRef="#ctx0" brushRef="#br0" timeOffset="292866">4134 2154 24575,'-48'25'0,"0"0"0,0 0 0,0 0 0,0 1 0,0-1 0,-7-2 0,1-2 0,4 0 0,8 4 0,7 8 0,8 3 0,6-7 0,6-6 0,-9 26 0,17-13 0,4 0 0,6-7 0,3-1 0,5 0 0,1 13 0,1-13 0,5 1 0,22 7 0,4 0 0,-14-4 0,0-1-3392,13 3 0,-5-8 3392,-18-20 0,36 8 0,-10-11 0,2-1 0,-12 4 0,2 0 0,4-5 0,3-3 0,-10 0 0,-4-2 0,7-5 0,10-5 0,-3 0 0,-2-4 0,-2 0 0,10-1 0,-2-2 0,-10 1 0,-7 3 0,-13 9 6784,30-18-6784,-12-6 0,-1-4 0,-14 16 0,-2-3 0,2-14 0,0-9 0,-13 1 0,-19 6 0,-11 1 0,3 2 0,8-8 0,-1 1-3392,-16-8 0,3 15 3392,18 33-288,-39-23 288,22 18 0,-16-9 0,-2 0 0,13 8 0,-8-5 0,-15 2 0,5-2 0,-1 0 0,13 6 0,-1 0 0,-23-6 0,8 2 0,30 6 6641,-6 2-6641,16 1 0,7 3 0,0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22:34:19.881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12055 4210 24575,'-3'7'0,"3"-4"0,-6 11 0,3 6 0,-1-10 0,-2 32 0,3-24 0,-3 39 0,-1-30 0,4 6 0,0 0 0,0-5 0,0 3 0,0 6 0,-2 6 0,1 0 0,2-14 0,-1 0-3392,-4 28 0,0-7 3392,6-30 0,-3 13 0,-1 1 0,2-1 0,-4 8 0,4 2 0,0-13 0,3-1 0,0 12 0,0-20 0,0 4 6784,0-2-6784,0-15 0,0 9 0,0-10 0,0 5 0,0-5 0,0 4 0,0-4 0,0 13 0,0 0 0,0 11 0,0-8 0,0-5 0,-3-17 0,0-3 0,-12-24-6784,-10-12 6784,6 11 0,0-2 0,1-1 0,0 1 0,-7-19 0,12 19 0,7 12 0,4 2 0,1 7 0,-2-7 6784,11 42-6784,-3-14 0,4 22 0,5 7 0,-6-3 0,8 7-6215,-8-17 6215,-4-21 0,10 12 0,-9-4 0,15 14 0,-15-17 0,12-10 0,-7-10 0,0-3 0,10-22 0,-15 12-569,15-33 569,-15 32 0,6-13-63,-5 8 63,1 9 0,0-10 0,1 1 0,-4 16 0,8-27 0,-5 21 0,2-5 0,-6 9 0,3 3 0,-6 4 0,3 0 0</inkml:trace>
  <inkml:trace contextRef="#ctx0" brushRef="#br0" timeOffset="1318">11875 4323 24575,'26'-2'0,"-2"-2"0,-14 1 0,4-3 0,-4 3 0,35-10 0,9 0 0,-6 4 0,1-2 0,3 0 0,-10 8 0,-2 0 0,-1-1 0,3-1 0,3 0 0,5 1 0,-5-1 0,-3 0 0,-1 0-3392,13 2 0,-9 1 3392,-27 2 0,25 0 0,-35 0 0,25 2 0,9 1 0,-6 1 0,2-1 0,8 1 0,6 1 0,2-4-1135,-8-4 1,3-2 0,-1-1 0,-5 2 1134,13 3 0,-3-2-1012,-9-5 1,0-3 0,-13 3 1011,-18 4 0,10-2 0,-10 3-736,7-3 736,-14 5 2670,30-4-2670,-16 4 3991,21-5-3991,-26 3 5969,-6-1-5969,0 2 0,-5-1 0,4 2 0,-4-2 615,8 3 0,-8 0 0,2 0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133884-94CD-0F4E-BA84-5C402B1D76E4}" type="datetimeFigureOut">
              <a:rPr lang="en-US" smtClean="0"/>
              <a:t>1/8/26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B1A861-F0D7-D84E-A25F-3A724E46AE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3758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B1A861-F0D7-D84E-A25F-3A724E46AE05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8822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4361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82798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8737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4380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4624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5132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3791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31110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638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8985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6627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8AC5D4-C579-7A4E-B275-F588D71CC3B5}" type="datetimeFigureOut">
              <a:rPr lang="en-US" smtClean="0"/>
              <a:t>1/8/26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583ACEB0-5530-F041-9821-279CA0A0E25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155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customXml" Target="../ink/ink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customXml" Target="../ink/ink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FCAF1-2C8E-A5CB-9191-341F94D18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Get to Machine Learn again!!!!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D7E090-5662-7FC9-0DD0-C5B7885D1D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Intro – logistics, overview,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Assignment 1, Part 1 – easy EDA warm up project. </a:t>
            </a:r>
          </a:p>
          <a:p>
            <a:r>
              <a:rPr lang="en-US" dirty="0"/>
              <a:t>Trees</a:t>
            </a:r>
          </a:p>
          <a:p>
            <a:pPr lvl="1"/>
            <a:r>
              <a:rPr lang="en-US" dirty="0"/>
              <a:t>Classification trees and tree theory. </a:t>
            </a:r>
          </a:p>
          <a:p>
            <a:pPr lvl="1"/>
            <a:r>
              <a:rPr lang="en-US" dirty="0"/>
              <a:t>Tree loss – entropy, </a:t>
            </a:r>
            <a:r>
              <a:rPr lang="en-US" dirty="0" err="1"/>
              <a:t>gini</a:t>
            </a:r>
            <a:r>
              <a:rPr lang="en-US" dirty="0"/>
              <a:t>, purity, and discrimination. </a:t>
            </a:r>
          </a:p>
          <a:p>
            <a:pPr lvl="1"/>
            <a:r>
              <a:rPr lang="en-US" dirty="0"/>
              <a:t>Hyperparameters and impact on tree models. </a:t>
            </a:r>
          </a:p>
          <a:p>
            <a:pPr lvl="1"/>
            <a:r>
              <a:rPr lang="en-US" dirty="0"/>
              <a:t>Basics of over/underfitting. </a:t>
            </a:r>
          </a:p>
          <a:p>
            <a:pPr lvl="1"/>
            <a:r>
              <a:rPr lang="en-US" dirty="0"/>
              <a:t>Regularization with </a:t>
            </a:r>
            <a:r>
              <a:rPr lang="en-US" dirty="0" err="1"/>
              <a:t>ccp</a:t>
            </a:r>
            <a:r>
              <a:rPr lang="en-US" dirty="0"/>
              <a:t>-alpha. </a:t>
            </a:r>
          </a:p>
          <a:p>
            <a:r>
              <a:rPr lang="en-US" dirty="0"/>
              <a:t>Next week: </a:t>
            </a:r>
          </a:p>
          <a:p>
            <a:pPr lvl="1"/>
            <a:r>
              <a:rPr lang="en-US" dirty="0"/>
              <a:t>Column transformers</a:t>
            </a:r>
            <a:r>
              <a:rPr lang="en-US"/>
              <a:t>, imputation, </a:t>
            </a:r>
            <a:r>
              <a:rPr lang="en-US" dirty="0"/>
              <a:t>and custom transformers </a:t>
            </a:r>
            <a:r>
              <a:rPr lang="en-US"/>
              <a:t>(project).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6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2AD5A-7A83-5C4C-9676-675895A777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Trees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F7E239-BEEB-794A-A95E-6522428CD73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41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31555-E665-D946-A295-44711B1FE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33B30A-BF00-A34A-B7AB-3B3332C81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5" y="1853754"/>
            <a:ext cx="4563100" cy="4199727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Trees are one of the simplest to understand models in machine learning. </a:t>
            </a:r>
          </a:p>
          <a:p>
            <a:pPr>
              <a:lnSpc>
                <a:spcPct val="110000"/>
              </a:lnSpc>
            </a:pPr>
            <a:r>
              <a:rPr lang="en-US" dirty="0"/>
              <a:t>A tree is just a series of if statements, until a decision is reached. </a:t>
            </a:r>
          </a:p>
          <a:p>
            <a:pPr>
              <a:lnSpc>
                <a:spcPct val="110000"/>
              </a:lnSpc>
            </a:pPr>
            <a:r>
              <a:rPr lang="en-US" dirty="0"/>
              <a:t>Once the tree is made, making a prediction is dead simple, just follow the tree and make decisions. </a:t>
            </a:r>
          </a:p>
          <a:p>
            <a:pPr>
              <a:lnSpc>
                <a:spcPct val="110000"/>
              </a:lnSpc>
            </a:pPr>
            <a:r>
              <a:rPr lang="en-US" dirty="0"/>
              <a:t>We’ll look at classification trees first, regression are similar once we understand classification. </a:t>
            </a:r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830BD10B-12D6-C741-9047-F63F4B827F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933339" y="2015734"/>
            <a:ext cx="6258661" cy="36300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85068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EE3EA7-D515-FDCE-7C0E-48FBAD5E5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the Forest for the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2676E-3457-5371-3C96-708BE3A70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1592"/>
          </a:xfrm>
        </p:spPr>
        <p:txBody>
          <a:bodyPr/>
          <a:lstStyle/>
          <a:p>
            <a:r>
              <a:rPr lang="en-US" dirty="0"/>
              <a:t>A tree is a fundamentally different type of model from a regression based one. </a:t>
            </a:r>
          </a:p>
          <a:p>
            <a:pPr lvl="1"/>
            <a:r>
              <a:rPr lang="en-US" dirty="0"/>
              <a:t>There’s no equation like y=</a:t>
            </a:r>
            <a:r>
              <a:rPr lang="en-US" dirty="0" err="1"/>
              <a:t>mx+b</a:t>
            </a:r>
            <a:r>
              <a:rPr lang="en-US" dirty="0"/>
              <a:t> to make a prediction. </a:t>
            </a:r>
          </a:p>
          <a:p>
            <a:pPr lvl="1"/>
            <a:r>
              <a:rPr lang="en-US" dirty="0"/>
              <a:t>There’s no linear relationship, as seen in that equation. </a:t>
            </a:r>
          </a:p>
          <a:p>
            <a:pPr lvl="1"/>
            <a:r>
              <a:rPr lang="en-US" dirty="0"/>
              <a:t>The process of creating the model is quite different from gradient descent. </a:t>
            </a:r>
          </a:p>
          <a:p>
            <a:r>
              <a:rPr lang="en-US" dirty="0"/>
              <a:t>The end result is interchangeable. </a:t>
            </a:r>
          </a:p>
          <a:p>
            <a:pPr lvl="1"/>
            <a:r>
              <a:rPr lang="en-US" dirty="0"/>
              <a:t>All models predict Target given Features. </a:t>
            </a:r>
          </a:p>
          <a:p>
            <a:pPr lvl="1"/>
            <a:r>
              <a:rPr lang="en-US" dirty="0"/>
              <a:t>The only thing that changes is how it learns to do so. </a:t>
            </a:r>
          </a:p>
        </p:txBody>
      </p:sp>
    </p:spTree>
    <p:extLst>
      <p:ext uri="{BB962C8B-B14F-4D97-AF65-F5344CB8AC3E}">
        <p14:creationId xmlns:p14="http://schemas.microsoft.com/office/powerpoint/2010/main" val="336625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073CF-9BB8-D249-8490-065C3D164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Tree Parts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E3CBF-BCE9-D945-844F-2D58B13193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767" y="2015734"/>
            <a:ext cx="5285367" cy="3791300"/>
          </a:xfrm>
        </p:spPr>
        <p:txBody>
          <a:bodyPr>
            <a:normAutofit/>
          </a:bodyPr>
          <a:lstStyle/>
          <a:p>
            <a:r>
              <a:rPr lang="en-US" dirty="0"/>
              <a:t>The parts of a tree are simple and tree like:</a:t>
            </a:r>
          </a:p>
          <a:p>
            <a:pPr lvl="1"/>
            <a:r>
              <a:rPr lang="en-US" dirty="0"/>
              <a:t>Node– each point. </a:t>
            </a:r>
          </a:p>
          <a:p>
            <a:pPr lvl="1"/>
            <a:r>
              <a:rPr lang="en-US" dirty="0"/>
              <a:t>Decision – node where a split is made.</a:t>
            </a:r>
          </a:p>
          <a:p>
            <a:pPr lvl="1"/>
            <a:r>
              <a:rPr lang="en-US" dirty="0"/>
              <a:t>Terminal/leaf – node where a value is determined.</a:t>
            </a:r>
          </a:p>
          <a:p>
            <a:pPr lvl="1"/>
            <a:r>
              <a:rPr lang="en-US" dirty="0"/>
              <a:t>Brach/Sub-Tree – a segment of a larger tree. </a:t>
            </a:r>
          </a:p>
          <a:p>
            <a:pPr lvl="1"/>
            <a:r>
              <a:rPr lang="en-US" dirty="0"/>
              <a:t>Depth – how many layers the tree has. </a:t>
            </a:r>
          </a:p>
          <a:p>
            <a:pPr lvl="1"/>
            <a:r>
              <a:rPr lang="en-US" dirty="0"/>
              <a:t>Samples – number of items in that node. 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80F1B538-8674-E042-8AB4-2076A5CD0D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868780" y="2015734"/>
            <a:ext cx="6388404" cy="3184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36277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D7092-F9F5-4049-A73E-5D27532C3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the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93930D-FFFB-E743-816D-0DF4EDA30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The decisions and the cutoffs are created by looking at the features for the criteria that will do the “best job of deciding” – or that will split the group most sharply.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You are classifying people as horse jockeys or basketball players. </a:t>
            </a:r>
          </a:p>
          <a:p>
            <a:pPr lvl="1"/>
            <a:r>
              <a:rPr lang="en-US" dirty="0"/>
              <a:t>You know their height and hair color. </a:t>
            </a:r>
          </a:p>
          <a:p>
            <a:pPr lvl="1"/>
            <a:r>
              <a:rPr lang="en-US" dirty="0"/>
              <a:t>Height does a better job of splitting the records.</a:t>
            </a:r>
          </a:p>
          <a:p>
            <a:pPr lvl="2"/>
            <a:r>
              <a:rPr lang="en-US" dirty="0"/>
              <a:t>Those &gt;6ft are almost all </a:t>
            </a:r>
            <a:r>
              <a:rPr lang="en-US" dirty="0" err="1"/>
              <a:t>bball</a:t>
            </a:r>
            <a:r>
              <a:rPr lang="en-US" dirty="0"/>
              <a:t> </a:t>
            </a:r>
            <a:r>
              <a:rPr lang="en-US" dirty="0" err="1"/>
              <a:t>playters</a:t>
            </a:r>
            <a:r>
              <a:rPr lang="en-US" dirty="0"/>
              <a:t>.</a:t>
            </a:r>
          </a:p>
          <a:p>
            <a:pPr lvl="2"/>
            <a:r>
              <a:rPr lang="en-US" dirty="0"/>
              <a:t>Those &lt;6ft are almost all jockeys. </a:t>
            </a:r>
          </a:p>
          <a:p>
            <a:pPr lvl="2"/>
            <a:r>
              <a:rPr lang="en-US" dirty="0"/>
              <a:t>Your choice would be to divide the data based on height. </a:t>
            </a:r>
          </a:p>
          <a:p>
            <a:r>
              <a:rPr lang="en-US" dirty="0"/>
              <a:t>The algorithm finds the decisions that maximize this separation. </a:t>
            </a:r>
          </a:p>
        </p:txBody>
      </p:sp>
    </p:spTree>
    <p:extLst>
      <p:ext uri="{BB962C8B-B14F-4D97-AF65-F5344CB8AC3E}">
        <p14:creationId xmlns:p14="http://schemas.microsoft.com/office/powerpoint/2010/main" val="32750232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AD9C9-D6C7-6A4D-BACF-FD38590F2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Criteria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389BB-402F-C745-9433-D757D3F384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criteria for how good the separation can be defined by different metrics. </a:t>
            </a:r>
          </a:p>
          <a:p>
            <a:pPr lvl="1"/>
            <a:r>
              <a:rPr lang="en-US" dirty="0"/>
              <a:t>Gini.</a:t>
            </a:r>
          </a:p>
          <a:p>
            <a:pPr lvl="1"/>
            <a:r>
              <a:rPr lang="en-US" dirty="0"/>
              <a:t>Entropy. </a:t>
            </a:r>
          </a:p>
          <a:p>
            <a:r>
              <a:rPr lang="en-US" dirty="0"/>
              <a:t>The math behind each is different, the idea is the same. </a:t>
            </a:r>
          </a:p>
          <a:p>
            <a:pPr lvl="1"/>
            <a:r>
              <a:rPr lang="en-US" dirty="0"/>
              <a:t>There is rarely a substantial difference between the two. </a:t>
            </a:r>
          </a:p>
          <a:p>
            <a:r>
              <a:rPr lang="en-US" dirty="0"/>
              <a:t>Gini is the default. </a:t>
            </a:r>
          </a:p>
        </p:txBody>
      </p:sp>
    </p:spTree>
    <p:extLst>
      <p:ext uri="{BB962C8B-B14F-4D97-AF65-F5344CB8AC3E}">
        <p14:creationId xmlns:p14="http://schemas.microsoft.com/office/powerpoint/2010/main" val="24895313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65AF4-FB22-A045-ABA0-1FBD9BB81D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Scenario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22AEBA-350D-6746-9554-318393C63B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have 4 red gumballs and 0 blue gumballs, that group of 4 is 100% pure.</a:t>
            </a:r>
          </a:p>
          <a:p>
            <a:r>
              <a:rPr lang="en-US" dirty="0"/>
              <a:t>If we have 2 red and 2 blue, that group is 100% impure.</a:t>
            </a:r>
          </a:p>
          <a:p>
            <a:r>
              <a:rPr lang="en-US" dirty="0"/>
              <a:t>If we have 3 red and 1 blue, that group is either 75% or 81% pure, if we use Gini or Entropy respectively.</a:t>
            </a:r>
          </a:p>
          <a:p>
            <a:r>
              <a:rPr lang="en-US" dirty="0"/>
              <a:t>As with most post-COVID political movements, trees want to discriminate.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325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54A4A-2DC7-C74B-8813-1FA141CD64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Gini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6C57F-ADF6-5848-821A-96A7541D8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4"/>
            <a:ext cx="5622284" cy="3450613"/>
          </a:xfrm>
        </p:spPr>
        <p:txBody>
          <a:bodyPr>
            <a:normAutofit/>
          </a:bodyPr>
          <a:lstStyle/>
          <a:p>
            <a:r>
              <a:rPr lang="en-US" dirty="0"/>
              <a:t>Gini measures how often a randomly chosen element from the set would be incorrectly labeled.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9FBC998-1140-444B-91D5-A45D7176FA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554139" y="2119806"/>
            <a:ext cx="4305998" cy="16212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CF92602-4F5F-4B45-BDAC-D370BA4CCF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863" y="3379720"/>
            <a:ext cx="3019708" cy="32490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152B4F-6F8D-3E4A-8BAD-44C466C01A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9951" y="4139252"/>
            <a:ext cx="6388100" cy="2349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1332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43A67-B4E8-0540-8FF0-60889B16A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Entropy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2CDE5A-927B-D742-8DDC-8D84EDD064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775" y="2015733"/>
            <a:ext cx="5610225" cy="1856180"/>
          </a:xfrm>
        </p:spPr>
        <p:txBody>
          <a:bodyPr>
            <a:normAutofit/>
          </a:bodyPr>
          <a:lstStyle/>
          <a:p>
            <a:r>
              <a:rPr lang="en-US" dirty="0"/>
              <a:t>Entropy is similar to Gini – a measure of impurity. </a:t>
            </a:r>
          </a:p>
          <a:p>
            <a:r>
              <a:rPr lang="en-US" dirty="0"/>
              <a:t>Created to convey the idea of information – the lower the entropy the more “information” it conveys. </a:t>
            </a:r>
          </a:p>
        </p:txBody>
      </p:sp>
      <p:pic>
        <p:nvPicPr>
          <p:cNvPr id="2052" name="Picture 4" descr="The image highlights the variation of entropy over data points, Entropy is the lowest at end and maximum in middle of graph.">
            <a:extLst>
              <a:ext uri="{FF2B5EF4-FFF2-40B4-BE49-F238E27FC236}">
                <a16:creationId xmlns:a16="http://schemas.microsoft.com/office/drawing/2014/main" id="{74E08735-059A-8642-B840-778AF373968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28" r="19004"/>
          <a:stretch/>
        </p:blipFill>
        <p:spPr bwMode="auto">
          <a:xfrm>
            <a:off x="6451186" y="2015733"/>
            <a:ext cx="5091630" cy="39955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09AE712-1D3F-034B-88C6-9DC63BB6B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5434" y="3994851"/>
            <a:ext cx="5559145" cy="1298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6245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08BBE-CA3C-2244-A997-B6F6BC241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Splitting Decision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802F17-797C-6440-A30C-B7581EB00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2624901"/>
          </a:xfrm>
        </p:spPr>
        <p:txBody>
          <a:bodyPr/>
          <a:lstStyle/>
          <a:p>
            <a:r>
              <a:rPr lang="en-US" dirty="0"/>
              <a:t>The algorithm looks for the decision that maximizes information gain or purity. </a:t>
            </a:r>
          </a:p>
          <a:p>
            <a:pPr lvl="1"/>
            <a:r>
              <a:rPr lang="en-US" dirty="0"/>
              <a:t>Gain = Gini/ENT before the split – Gini/ENT after the split</a:t>
            </a:r>
          </a:p>
          <a:p>
            <a:pPr lvl="1"/>
            <a:r>
              <a:rPr lang="en-US" dirty="0"/>
              <a:t>The split is the one that makes the tree more pure after. </a:t>
            </a:r>
          </a:p>
          <a:p>
            <a:pPr lvl="1"/>
            <a:r>
              <a:rPr lang="en-US" dirty="0"/>
              <a:t>Maximize discrimination with the division. </a:t>
            </a:r>
          </a:p>
          <a:p>
            <a:r>
              <a:rPr lang="en-US" dirty="0"/>
              <a:t>The series of the decisions makes the tree sequence of decisions. </a:t>
            </a:r>
          </a:p>
          <a:p>
            <a:r>
              <a:rPr lang="en-US" dirty="0"/>
              <a:t>In practice Gini and Entropy will usually give close to the same results</a:t>
            </a:r>
          </a:p>
        </p:txBody>
      </p:sp>
      <p:pic>
        <p:nvPicPr>
          <p:cNvPr id="5122" name="Picture 2" descr="Representation of Gini Index and Entropy">
            <a:extLst>
              <a:ext uri="{FF2B5EF4-FFF2-40B4-BE49-F238E27FC236}">
                <a16:creationId xmlns:a16="http://schemas.microsoft.com/office/drawing/2014/main" id="{0B4F503F-65DF-594A-A2CB-6F3BE111285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02" t="11718" r="9548" b="6250"/>
          <a:stretch/>
        </p:blipFill>
        <p:spPr bwMode="auto">
          <a:xfrm>
            <a:off x="2679844" y="4478655"/>
            <a:ext cx="6832311" cy="2299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1771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4F9D6-EC78-6C6E-7378-DBDBDC16E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MoRe</a:t>
            </a:r>
            <a:r>
              <a:rPr lang="en-US" dirty="0"/>
              <a:t> Splitting 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DB460-FE22-8CA6-00A9-4EF92FEB4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888679"/>
          </a:xfrm>
        </p:spPr>
        <p:txBody>
          <a:bodyPr/>
          <a:lstStyle/>
          <a:p>
            <a:r>
              <a:rPr lang="en-US" dirty="0"/>
              <a:t>When there is a numeric feature, the tree decides to split at some point. </a:t>
            </a:r>
          </a:p>
          <a:p>
            <a:pPr lvl="1"/>
            <a:r>
              <a:rPr lang="en-US" dirty="0"/>
              <a:t>E.g. Age &lt; 35 one way, &gt;= 35 the other. </a:t>
            </a:r>
          </a:p>
          <a:p>
            <a:r>
              <a:rPr lang="en-US" dirty="0"/>
              <a:t>Where the cutoff number is set is something the algorithm decides internally. </a:t>
            </a:r>
          </a:p>
          <a:p>
            <a:pPr lvl="1"/>
            <a:r>
              <a:rPr lang="en-US" dirty="0"/>
              <a:t>There are several ways that the tree can pick a point. </a:t>
            </a:r>
          </a:p>
          <a:p>
            <a:pPr lvl="1"/>
            <a:r>
              <a:rPr lang="en-US" dirty="0"/>
              <a:t>E.g. Try every value in the dataset, pick the best. </a:t>
            </a:r>
          </a:p>
          <a:p>
            <a:r>
              <a:rPr lang="en-US" dirty="0"/>
              <a:t>This isn’t really that important for us, we can ignore it. </a:t>
            </a:r>
          </a:p>
        </p:txBody>
      </p:sp>
    </p:spTree>
    <p:extLst>
      <p:ext uri="{BB962C8B-B14F-4D97-AF65-F5344CB8AC3E}">
        <p14:creationId xmlns:p14="http://schemas.microsoft.com/office/powerpoint/2010/main" val="1039457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0FFD6-22ED-F546-B798-68AAFE8DFD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Woody Goodness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F1374C-BD2A-1F48-A02F-FDEBA81F95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111691"/>
          </a:xfrm>
        </p:spPr>
        <p:txBody>
          <a:bodyPr/>
          <a:lstStyle/>
          <a:p>
            <a:r>
              <a:rPr lang="en-US" dirty="0"/>
              <a:t>Tree benefits:</a:t>
            </a:r>
          </a:p>
          <a:p>
            <a:pPr lvl="1"/>
            <a:r>
              <a:rPr lang="en-US" dirty="0"/>
              <a:t>Simple, understandable, and mirrors human decision making. </a:t>
            </a:r>
          </a:p>
          <a:p>
            <a:pPr lvl="1"/>
            <a:r>
              <a:rPr lang="en-US" dirty="0"/>
              <a:t>Handles non-linear relationships. </a:t>
            </a:r>
          </a:p>
          <a:p>
            <a:pPr lvl="1"/>
            <a:r>
              <a:rPr lang="en-US" dirty="0"/>
              <a:t>Non-parametric – there is no assumption of what the data is, such as normal. </a:t>
            </a:r>
          </a:p>
          <a:p>
            <a:pPr lvl="1"/>
            <a:r>
              <a:rPr lang="en-US" dirty="0"/>
              <a:t>Explainable – we can follow the exact logic of the decisions. </a:t>
            </a:r>
          </a:p>
          <a:p>
            <a:pPr lvl="1"/>
            <a:r>
              <a:rPr lang="en-US" dirty="0"/>
              <a:t>Data prep is minimal – no need to encode or scale data. </a:t>
            </a:r>
          </a:p>
          <a:p>
            <a:pPr lvl="1"/>
            <a:r>
              <a:rPr lang="en-US" dirty="0"/>
              <a:t>Generally computationally efficient with large datasets when making decisions. </a:t>
            </a:r>
          </a:p>
          <a:p>
            <a:r>
              <a:rPr lang="en-US" dirty="0"/>
              <a:t>Can be acceptable in scenarios (finance, insurance, </a:t>
            </a:r>
            <a:r>
              <a:rPr lang="en-US" dirty="0" err="1"/>
              <a:t>etc</a:t>
            </a:r>
            <a:r>
              <a:rPr lang="en-US" dirty="0"/>
              <a:t>…) where a black box model isn’t. </a:t>
            </a:r>
          </a:p>
          <a:p>
            <a:pPr lvl="1"/>
            <a:r>
              <a:rPr lang="en-US" dirty="0"/>
              <a:t>You can show how a decision is made in human language.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1452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B3360-6454-764B-82F2-EEA9E2CAF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Barky Badness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AFD4D7-B3CA-C14B-8695-4991E10C0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51348"/>
            <a:ext cx="9603275" cy="3932216"/>
          </a:xfrm>
        </p:spPr>
        <p:txBody>
          <a:bodyPr/>
          <a:lstStyle/>
          <a:p>
            <a:r>
              <a:rPr lang="en-US" dirty="0"/>
              <a:t>Trees have some disadvantages:</a:t>
            </a:r>
          </a:p>
          <a:p>
            <a:pPr lvl="1"/>
            <a:r>
              <a:rPr lang="en-US" dirty="0"/>
              <a:t>Non-robust – small changes in training data can generate wildly different trees. </a:t>
            </a:r>
          </a:p>
          <a:p>
            <a:pPr lvl="2"/>
            <a:r>
              <a:rPr lang="en-US" dirty="0"/>
              <a:t>I.e. a small difference in train-test split can yield different split points, which can then lead to a very different tree. Even if the end results perform almost identically. </a:t>
            </a:r>
          </a:p>
          <a:p>
            <a:pPr lvl="2"/>
            <a:r>
              <a:rPr lang="en-US" dirty="0"/>
              <a:t>What might we try that could mitigate this?</a:t>
            </a:r>
          </a:p>
          <a:p>
            <a:pPr lvl="1"/>
            <a:r>
              <a:rPr lang="en-US" dirty="0"/>
              <a:t>Prone to overfitting (though we can combat that when we code them).</a:t>
            </a:r>
          </a:p>
          <a:p>
            <a:pPr lvl="1"/>
            <a:r>
              <a:rPr lang="en-US" dirty="0"/>
              <a:t>Training with large datasets can be time consuming, especially when attempting to limit overfitting.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43451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9C457-87EC-AB87-D3B6-C057BAD0E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Trees are Too Smart!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6C911-D4FC-CE36-706A-ECED91F4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635" y="1933304"/>
            <a:ext cx="7306536" cy="4036988"/>
          </a:xfrm>
        </p:spPr>
        <p:txBody>
          <a:bodyPr/>
          <a:lstStyle/>
          <a:p>
            <a:r>
              <a:rPr lang="en-US" dirty="0"/>
              <a:t>One thing we see with trees is that they try to be perfect. </a:t>
            </a:r>
          </a:p>
          <a:p>
            <a:pPr lvl="1"/>
            <a:r>
              <a:rPr lang="en-US" dirty="0"/>
              <a:t>If there is a node with 1 T and 1 F, it’ll try to split. </a:t>
            </a:r>
          </a:p>
          <a:p>
            <a:r>
              <a:rPr lang="en-US" dirty="0"/>
              <a:t>This is something called overfitting. </a:t>
            </a:r>
          </a:p>
          <a:p>
            <a:pPr lvl="1"/>
            <a:r>
              <a:rPr lang="en-US" dirty="0"/>
              <a:t>The model is </a:t>
            </a:r>
            <a:r>
              <a:rPr lang="en-US" i="1" dirty="0"/>
              <a:t>too tailored </a:t>
            </a:r>
            <a:r>
              <a:rPr lang="en-US" dirty="0"/>
              <a:t>to the training data. </a:t>
            </a:r>
          </a:p>
          <a:p>
            <a:pPr lvl="1"/>
            <a:r>
              <a:rPr lang="en-US" dirty="0"/>
              <a:t>Model changes its performance too much to make sure it is 100%</a:t>
            </a:r>
          </a:p>
          <a:p>
            <a:r>
              <a:rPr lang="en-US" dirty="0"/>
              <a:t>This can hurt the model’s performance with new data. </a:t>
            </a:r>
          </a:p>
          <a:p>
            <a:pPr lvl="1"/>
            <a:r>
              <a:rPr lang="en-US" dirty="0"/>
              <a:t>The model is perfect with what it knows, but bad on new examples.</a:t>
            </a:r>
          </a:p>
          <a:p>
            <a:r>
              <a:rPr lang="en-US" dirty="0"/>
              <a:t>We want something tailored to data, but still general enough. </a:t>
            </a:r>
          </a:p>
          <a:p>
            <a:pPr lvl="1"/>
            <a:r>
              <a:rPr lang="en-US" dirty="0"/>
              <a:t>We need to constrain the learning of the model to improve!</a:t>
            </a:r>
          </a:p>
        </p:txBody>
      </p:sp>
      <p:pic>
        <p:nvPicPr>
          <p:cNvPr id="4" name="Picture 2" descr="Exercise 2 Evaluating Overfitting Risk of a | Chegg.com">
            <a:extLst>
              <a:ext uri="{FF2B5EF4-FFF2-40B4-BE49-F238E27FC236}">
                <a16:creationId xmlns:a16="http://schemas.microsoft.com/office/drawing/2014/main" id="{7C1E85B3-1488-D265-20A2-D5BA3FB5F2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78" r="36655"/>
          <a:stretch/>
        </p:blipFill>
        <p:spPr bwMode="auto">
          <a:xfrm>
            <a:off x="7646169" y="503946"/>
            <a:ext cx="4400866" cy="5466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7281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AD718-8CAE-E011-BEDB-EFCDA7B77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F786F-C040-0224-4124-ED066152F6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5341938" cy="4199726"/>
          </a:xfrm>
        </p:spPr>
        <p:txBody>
          <a:bodyPr>
            <a:normAutofit/>
          </a:bodyPr>
          <a:lstStyle/>
          <a:p>
            <a:r>
              <a:rPr lang="en-US" dirty="0"/>
              <a:t>When we train a model it learns from the training data. </a:t>
            </a:r>
          </a:p>
          <a:p>
            <a:r>
              <a:rPr lang="en-US" dirty="0"/>
              <a:t>A model can learn too much, or too little from that data. </a:t>
            </a:r>
          </a:p>
          <a:p>
            <a:r>
              <a:rPr lang="en-US" dirty="0"/>
              <a:t>The training data is a sample of reality. </a:t>
            </a:r>
          </a:p>
          <a:p>
            <a:pPr lvl="1"/>
            <a:r>
              <a:rPr lang="en-US" dirty="0"/>
              <a:t>Model should </a:t>
            </a:r>
            <a:r>
              <a:rPr lang="en-US" dirty="0" err="1"/>
              <a:t>perfrom</a:t>
            </a:r>
            <a:r>
              <a:rPr lang="en-US" dirty="0"/>
              <a:t> well with it. </a:t>
            </a:r>
          </a:p>
          <a:p>
            <a:pPr lvl="1"/>
            <a:r>
              <a:rPr lang="en-US" dirty="0"/>
              <a:t>New data is similar, but different.</a:t>
            </a:r>
          </a:p>
          <a:p>
            <a:r>
              <a:rPr lang="en-US" dirty="0"/>
              <a:t>This balance is overfitting vs underfitting. </a:t>
            </a:r>
          </a:p>
          <a:p>
            <a:pPr lvl="1"/>
            <a:r>
              <a:rPr lang="en-US" dirty="0"/>
              <a:t>How customized to training data is model? </a:t>
            </a:r>
          </a:p>
        </p:txBody>
      </p:sp>
      <p:pic>
        <p:nvPicPr>
          <p:cNvPr id="1032" name="Picture 8" descr="What is Underfitting? - AIML.com">
            <a:extLst>
              <a:ext uri="{FF2B5EF4-FFF2-40B4-BE49-F238E27FC236}">
                <a16:creationId xmlns:a16="http://schemas.microsoft.com/office/drawing/2014/main" id="{B3625F69-7535-13C5-09CD-9FE460B54B1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472"/>
          <a:stretch>
            <a:fillRect/>
          </a:stretch>
        </p:blipFill>
        <p:spPr bwMode="auto">
          <a:xfrm>
            <a:off x="5341937" y="1182029"/>
            <a:ext cx="6850063" cy="4493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6298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ECA33-620F-6DB5-C28C-13D50CAA3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Overfitting A tree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AF65F-8836-A470-219B-C5279804C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5789"/>
          </a:xfrm>
        </p:spPr>
        <p:txBody>
          <a:bodyPr>
            <a:normAutofit/>
          </a:bodyPr>
          <a:lstStyle/>
          <a:p>
            <a:r>
              <a:rPr lang="en-US" dirty="0"/>
              <a:t>Trees make the overfitting really explicit and clear. </a:t>
            </a:r>
          </a:p>
          <a:p>
            <a:r>
              <a:rPr lang="en-US" dirty="0"/>
              <a:t>The tree decides, at each step, the best split to improve accuracy. </a:t>
            </a:r>
          </a:p>
          <a:p>
            <a:pPr lvl="1"/>
            <a:r>
              <a:rPr lang="en-US" dirty="0"/>
              <a:t>Eventually, the good splits are used up – some impurity, no easy improvements. </a:t>
            </a:r>
          </a:p>
          <a:p>
            <a:r>
              <a:rPr lang="en-US" dirty="0"/>
              <a:t>E.g. Suppose you are predicting who will pass a class. </a:t>
            </a:r>
          </a:p>
          <a:p>
            <a:pPr lvl="1"/>
            <a:r>
              <a:rPr lang="en-US" dirty="0"/>
              <a:t>Initial splits based on attendance, doing the work, taking notes, </a:t>
            </a:r>
            <a:r>
              <a:rPr lang="en-US" dirty="0" err="1"/>
              <a:t>etc</a:t>
            </a:r>
            <a:r>
              <a:rPr lang="en-US" dirty="0"/>
              <a:t>… are good. </a:t>
            </a:r>
          </a:p>
          <a:p>
            <a:pPr lvl="1"/>
            <a:r>
              <a:rPr lang="en-US" dirty="0"/>
              <a:t>Eventually you’ll have nodes with people with similar ‘big’ habits, who both passed and failed. </a:t>
            </a:r>
          </a:p>
          <a:p>
            <a:pPr lvl="1"/>
            <a:r>
              <a:rPr lang="en-US" dirty="0"/>
              <a:t>The tree will use anything it has in data to divide the group, even if not really generalizable. </a:t>
            </a:r>
          </a:p>
          <a:p>
            <a:pPr lvl="2"/>
            <a:r>
              <a:rPr lang="en-US" dirty="0"/>
              <a:t>Paid tuition, address, birth month, id number, </a:t>
            </a:r>
            <a:r>
              <a:rPr lang="en-US" dirty="0" err="1"/>
              <a:t>etc</a:t>
            </a:r>
            <a:r>
              <a:rPr lang="en-US" dirty="0"/>
              <a:t>… Anything that happens to split node better here. </a:t>
            </a:r>
          </a:p>
          <a:p>
            <a:pPr lvl="1"/>
            <a:r>
              <a:rPr lang="en-US" dirty="0"/>
              <a:t>These really specific splits likely aren’t broad rules that work in most cases. </a:t>
            </a:r>
          </a:p>
          <a:p>
            <a:r>
              <a:rPr lang="en-US" dirty="0"/>
              <a:t>We need to stop the model from learning this stuff that doesn’t transfer. But How? </a:t>
            </a:r>
          </a:p>
        </p:txBody>
      </p:sp>
      <p:pic>
        <p:nvPicPr>
          <p:cNvPr id="2050" name="Picture 2" descr="Decision Trees — Applied Machine Learning in Python">
            <a:extLst>
              <a:ext uri="{FF2B5EF4-FFF2-40B4-BE49-F238E27FC236}">
                <a16:creationId xmlns:a16="http://schemas.microsoft.com/office/drawing/2014/main" id="{4E88A869-09DB-28EC-E35A-D67B521B27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134" t="62103"/>
          <a:stretch>
            <a:fillRect/>
          </a:stretch>
        </p:blipFill>
        <p:spPr bwMode="auto">
          <a:xfrm>
            <a:off x="8720254" y="157800"/>
            <a:ext cx="3337931" cy="2598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28941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415C9-018F-6541-851A-C9C642CA6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Variance Error – Tree that is Overfitted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FF36D-B6F5-B040-9518-D4A55ACA81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6284972" cy="1049235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2050" name="Picture 2" descr="Exercise 2 Evaluating Overfitting Risk of a | Chegg.com">
            <a:extLst>
              <a:ext uri="{FF2B5EF4-FFF2-40B4-BE49-F238E27FC236}">
                <a16:creationId xmlns:a16="http://schemas.microsoft.com/office/drawing/2014/main" id="{46B7ABF7-5F76-694B-A31D-282AFD539DB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478" r="36655"/>
          <a:stretch/>
        </p:blipFill>
        <p:spPr bwMode="auto">
          <a:xfrm>
            <a:off x="7791134" y="1329136"/>
            <a:ext cx="4400866" cy="5466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Illustration of the underfitting/overfitting issue on a simple... |  Download Scientific Diagram">
            <a:extLst>
              <a:ext uri="{FF2B5EF4-FFF2-40B4-BE49-F238E27FC236}">
                <a16:creationId xmlns:a16="http://schemas.microsoft.com/office/drawing/2014/main" id="{004D4E4B-0A72-D9AA-BA17-41C0C654A3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7201" y="3105550"/>
            <a:ext cx="7773752" cy="2963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96281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96E8E3-4B26-DA14-5FCC-B8AA35BB4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we Make Sure Models Fit Well?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552D9B-2129-A676-E067-DC7A3CB96C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 descr="When Jesse tells you a knock knock joke but you're the one who knocks :  r/breakingbad">
            <a:extLst>
              <a:ext uri="{FF2B5EF4-FFF2-40B4-BE49-F238E27FC236}">
                <a16:creationId xmlns:a16="http://schemas.microsoft.com/office/drawing/2014/main" id="{0C2978AF-4469-5CF2-3D03-C63EB24005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75414" y="2197443"/>
            <a:ext cx="5441171" cy="30871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657496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D703A-BE2E-F57D-6138-D70CF3DEC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Better Trees - Hyperparameters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B28C54-8CFA-C92F-608B-FB27F99CEE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84287"/>
          </a:xfrm>
        </p:spPr>
        <p:txBody>
          <a:bodyPr/>
          <a:lstStyle/>
          <a:p>
            <a:r>
              <a:rPr lang="en-US" dirty="0"/>
              <a:t>Hyperparameters are basically the settings that the algorithm uses while making a model.</a:t>
            </a:r>
          </a:p>
          <a:p>
            <a:pPr lvl="1"/>
            <a:r>
              <a:rPr lang="en-US" dirty="0"/>
              <a:t>Each algorithm has a different family of hyperparameters. </a:t>
            </a:r>
          </a:p>
          <a:p>
            <a:pPr lvl="1"/>
            <a:r>
              <a:rPr lang="en-US" dirty="0"/>
              <a:t>The algorithm makes a model from data, using the HPs as its settings to do so. </a:t>
            </a:r>
          </a:p>
          <a:p>
            <a:r>
              <a:rPr lang="en-US" dirty="0"/>
              <a:t>We can create different models with different HPs. </a:t>
            </a:r>
          </a:p>
          <a:p>
            <a:pPr lvl="1"/>
            <a:r>
              <a:rPr lang="en-US" dirty="0"/>
              <a:t>These models may perform very differently.</a:t>
            </a:r>
          </a:p>
          <a:p>
            <a:r>
              <a:rPr lang="en-US" dirty="0"/>
              <a:t>Tree hyperparameters can help us tailor our tree models:</a:t>
            </a:r>
          </a:p>
          <a:p>
            <a:pPr lvl="1"/>
            <a:r>
              <a:rPr lang="en-US" dirty="0"/>
              <a:t>Maximum number of levels in the tree. </a:t>
            </a:r>
          </a:p>
          <a:p>
            <a:pPr lvl="1"/>
            <a:r>
              <a:rPr lang="en-US" dirty="0"/>
              <a:t>Gini vs entropy for splits. </a:t>
            </a:r>
          </a:p>
          <a:p>
            <a:pPr lvl="1"/>
            <a:r>
              <a:rPr lang="en-US" dirty="0"/>
              <a:t>Minimum number of samples in a node to allow it to split. </a:t>
            </a:r>
          </a:p>
          <a:p>
            <a:pPr lvl="1"/>
            <a:r>
              <a:rPr lang="en-US" dirty="0"/>
              <a:t>Maximum total number of leaves. </a:t>
            </a:r>
          </a:p>
        </p:txBody>
      </p:sp>
    </p:spTree>
    <p:extLst>
      <p:ext uri="{BB962C8B-B14F-4D97-AF65-F5344CB8AC3E}">
        <p14:creationId xmlns:p14="http://schemas.microsoft.com/office/powerpoint/2010/main" val="654632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27117-A532-3A19-B44E-2B1A8264C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HP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3B4E1-8DD4-1E12-2DC2-2E84F78184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5468200" cy="3954245"/>
          </a:xfrm>
        </p:spPr>
        <p:txBody>
          <a:bodyPr/>
          <a:lstStyle/>
          <a:p>
            <a:r>
              <a:rPr lang="en-US" dirty="0"/>
              <a:t>Every model has different hyperparameters. </a:t>
            </a:r>
          </a:p>
          <a:p>
            <a:r>
              <a:rPr lang="en-US" dirty="0"/>
              <a:t>For a tree, they mainly relate to limits on growth:</a:t>
            </a:r>
          </a:p>
          <a:p>
            <a:pPr lvl="1"/>
            <a:r>
              <a:rPr lang="en-US" dirty="0"/>
              <a:t>Max number of levels. </a:t>
            </a:r>
          </a:p>
          <a:p>
            <a:pPr lvl="1"/>
            <a:r>
              <a:rPr lang="en-US" dirty="0"/>
              <a:t>Minimum items in a leaf to allow a split. </a:t>
            </a:r>
          </a:p>
          <a:p>
            <a:pPr lvl="1"/>
            <a:r>
              <a:rPr lang="en-US" dirty="0"/>
              <a:t>Maximum number of features to use. </a:t>
            </a:r>
          </a:p>
          <a:p>
            <a:r>
              <a:rPr lang="en-US" dirty="0"/>
              <a:t>This is something we want to get used to looking up in documentation.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72497F-4420-6DA9-5F73-37D17F91A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779" y="0"/>
            <a:ext cx="471937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4243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FFB88-6CDD-12AE-73E0-9CEC1B34A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Many Parameters!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6AA7C-5A86-FB19-8C90-806DD6BA00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67646"/>
          </a:xfrm>
        </p:spPr>
        <p:txBody>
          <a:bodyPr/>
          <a:lstStyle/>
          <a:p>
            <a:r>
              <a:rPr lang="en-US" dirty="0"/>
              <a:t>Parameters are the things that the model learns internally while training. </a:t>
            </a:r>
          </a:p>
          <a:p>
            <a:pPr lvl="1"/>
            <a:r>
              <a:rPr lang="en-US" dirty="0"/>
              <a:t>In a tree – split criteria. </a:t>
            </a:r>
          </a:p>
          <a:p>
            <a:pPr lvl="1"/>
            <a:r>
              <a:rPr lang="en-US" dirty="0"/>
              <a:t>In other models – weights, values, centers, </a:t>
            </a:r>
            <a:r>
              <a:rPr lang="en-US" dirty="0" err="1"/>
              <a:t>etc</a:t>
            </a:r>
            <a:r>
              <a:rPr lang="en-US" dirty="0"/>
              <a:t>… (This will make more sense later) </a:t>
            </a:r>
          </a:p>
          <a:p>
            <a:r>
              <a:rPr lang="en-US" dirty="0"/>
              <a:t>Hyperparameters are the things the model is told from the developer. </a:t>
            </a:r>
          </a:p>
          <a:p>
            <a:pPr lvl="1"/>
            <a:r>
              <a:rPr lang="en-US" dirty="0"/>
              <a:t>The rules on how the training process can run. </a:t>
            </a:r>
          </a:p>
          <a:p>
            <a:pPr lvl="1"/>
            <a:r>
              <a:rPr lang="en-US" dirty="0"/>
              <a:t>Settings for how it does its job. </a:t>
            </a:r>
          </a:p>
          <a:p>
            <a:r>
              <a:rPr lang="en-US" dirty="0"/>
              <a:t>Creating a model will require [model type + HP choices + Data]. </a:t>
            </a:r>
          </a:p>
          <a:p>
            <a:pPr lvl="1"/>
            <a:r>
              <a:rPr lang="en-US" dirty="0"/>
              <a:t>We often want to compare different HP sets against each other. </a:t>
            </a:r>
          </a:p>
          <a:p>
            <a:pPr lvl="1"/>
            <a:r>
              <a:rPr lang="en-US" dirty="0"/>
              <a:t>Soon we’ll look at tools to automate testing and comparing HP settings. </a:t>
            </a:r>
          </a:p>
          <a:p>
            <a:pPr lvl="1"/>
            <a:r>
              <a:rPr lang="en-US" dirty="0"/>
              <a:t>Can use HP settings to mitigate over/under fitting in a model. </a:t>
            </a:r>
          </a:p>
        </p:txBody>
      </p:sp>
    </p:spTree>
    <p:extLst>
      <p:ext uri="{BB962C8B-B14F-4D97-AF65-F5344CB8AC3E}">
        <p14:creationId xmlns:p14="http://schemas.microsoft.com/office/powerpoint/2010/main" val="552622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AE728-E29E-AE00-CF43-506F49534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1455" y="804519"/>
            <a:ext cx="4492534" cy="1049235"/>
          </a:xfrm>
        </p:spPr>
        <p:txBody>
          <a:bodyPr/>
          <a:lstStyle/>
          <a:p>
            <a:r>
              <a:rPr lang="en-US" dirty="0"/>
              <a:t>Parameter 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11E54-4B22-0364-379B-D803A6158B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1455" y="2015732"/>
            <a:ext cx="3773399" cy="3450613"/>
          </a:xfrm>
        </p:spPr>
        <p:txBody>
          <a:bodyPr/>
          <a:lstStyle/>
          <a:p>
            <a:r>
              <a:rPr lang="en-US" dirty="0"/>
              <a:t>Hyperparameters:</a:t>
            </a:r>
          </a:p>
          <a:p>
            <a:pPr lvl="1"/>
            <a:r>
              <a:rPr lang="en-US" dirty="0"/>
              <a:t>Us</a:t>
            </a:r>
          </a:p>
          <a:p>
            <a:pPr lvl="1"/>
            <a:r>
              <a:rPr lang="en-US" dirty="0"/>
              <a:t>Control training. </a:t>
            </a:r>
          </a:p>
          <a:p>
            <a:r>
              <a:rPr lang="en-US" dirty="0"/>
              <a:t>Parameters:</a:t>
            </a:r>
          </a:p>
          <a:p>
            <a:pPr lvl="1"/>
            <a:r>
              <a:rPr lang="en-US" dirty="0"/>
              <a:t>Algorithm. </a:t>
            </a:r>
          </a:p>
          <a:p>
            <a:pPr lvl="1"/>
            <a:r>
              <a:rPr lang="en-US" dirty="0"/>
              <a:t>Control predictions. </a:t>
            </a:r>
          </a:p>
        </p:txBody>
      </p:sp>
      <p:pic>
        <p:nvPicPr>
          <p:cNvPr id="4098" name="Picture 2" descr="Parameters Vs Hyperparameters in Machine Learning | by Lekhansh | Medium">
            <a:extLst>
              <a:ext uri="{FF2B5EF4-FFF2-40B4-BE49-F238E27FC236}">
                <a16:creationId xmlns:a16="http://schemas.microsoft.com/office/drawing/2014/main" id="{719F9DFF-A219-2152-6CCC-19EADEA70A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668" y="0"/>
            <a:ext cx="69357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09174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BA6BA-10E2-0D27-27FB-10A6B139C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Tuning the Model with Hyperparameters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C41A7-4567-7ABA-D4A3-B7E570BB77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want our model to:</a:t>
            </a:r>
          </a:p>
          <a:p>
            <a:pPr lvl="1"/>
            <a:r>
              <a:rPr lang="en-US" dirty="0"/>
              <a:t>Learn the data well, so it can make accurate predictions. </a:t>
            </a:r>
          </a:p>
          <a:p>
            <a:pPr lvl="1"/>
            <a:r>
              <a:rPr lang="en-US" dirty="0"/>
              <a:t>Not become overly customized to the specifics, so it can make good predictions on new data. </a:t>
            </a:r>
          </a:p>
          <a:p>
            <a:r>
              <a:rPr lang="en-US" dirty="0"/>
              <a:t>We want to balance overfitting and underfitting. </a:t>
            </a:r>
          </a:p>
          <a:p>
            <a:r>
              <a:rPr lang="en-US" dirty="0"/>
              <a:t>Trees can tend to overfit if we don’t constrain their growth. </a:t>
            </a:r>
          </a:p>
          <a:p>
            <a:pPr lvl="1"/>
            <a:r>
              <a:rPr lang="en-US" dirty="0"/>
              <a:t>E.g. if a node has a T and F, just split so each node is perfect. </a:t>
            </a:r>
          </a:p>
          <a:p>
            <a:r>
              <a:rPr lang="en-US" dirty="0"/>
              <a:t>We want to let our tree fit to data, but limit how far it can go. </a:t>
            </a:r>
          </a:p>
          <a:p>
            <a:pPr lvl="1"/>
            <a:r>
              <a:rPr lang="en-US" dirty="0"/>
              <a:t>The model can get to 100% in training, we want to constrain that growth. </a:t>
            </a:r>
          </a:p>
          <a:p>
            <a:pPr lvl="1"/>
            <a:r>
              <a:rPr lang="en-US" dirty="0"/>
              <a:t>The most common thing we’ll do with tuning is limiting overfitting. </a:t>
            </a:r>
          </a:p>
        </p:txBody>
      </p:sp>
    </p:spTree>
    <p:extLst>
      <p:ext uri="{BB962C8B-B14F-4D97-AF65-F5344CB8AC3E}">
        <p14:creationId xmlns:p14="http://schemas.microsoft.com/office/powerpoint/2010/main" val="161820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548ED-9CED-301E-7FE1-7CEE01271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Getting lost in the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F15B79-B82C-2A30-DE7B-6A0AB6F3D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6771" y="1965534"/>
            <a:ext cx="9978084" cy="4087948"/>
          </a:xfrm>
        </p:spPr>
        <p:txBody>
          <a:bodyPr>
            <a:normAutofit/>
          </a:bodyPr>
          <a:lstStyle/>
          <a:p>
            <a:r>
              <a:rPr lang="en-US" dirty="0"/>
              <a:t>Trees will always overfit – try to get to 100% on training data, even if it is “too much”. </a:t>
            </a:r>
          </a:p>
          <a:p>
            <a:pPr lvl="1"/>
            <a:r>
              <a:rPr lang="en-US" dirty="0"/>
              <a:t>Trees start with the most impactful decisions near the top (by definition). </a:t>
            </a:r>
          </a:p>
          <a:p>
            <a:pPr lvl="1"/>
            <a:r>
              <a:rPr lang="en-US" dirty="0"/>
              <a:t>If we have a node farther down that still has impurity, tree will still try to split…</a:t>
            </a:r>
          </a:p>
          <a:p>
            <a:pPr lvl="1"/>
            <a:r>
              <a:rPr lang="en-US" dirty="0"/>
              <a:t>The tree has already used all of the ‘useful’ splits to get to this point. </a:t>
            </a:r>
          </a:p>
          <a:p>
            <a:pPr lvl="1"/>
            <a:r>
              <a:rPr lang="en-US" dirty="0"/>
              <a:t>Tree will resort to any value that can differentiate, even if silly. </a:t>
            </a:r>
          </a:p>
          <a:p>
            <a:r>
              <a:rPr lang="en-US" dirty="0" err="1"/>
              <a:t>E.g</a:t>
            </a:r>
            <a:r>
              <a:rPr lang="en-US" dirty="0"/>
              <a:t> two people have the same job, income, net worth, and age – one paid loan, one didn’t. </a:t>
            </a:r>
          </a:p>
          <a:p>
            <a:pPr lvl="1"/>
            <a:r>
              <a:rPr lang="en-US" dirty="0"/>
              <a:t>Model will likely sort those two to same node, as they “look the same”. </a:t>
            </a:r>
          </a:p>
          <a:p>
            <a:pPr lvl="1"/>
            <a:r>
              <a:rPr lang="en-US" dirty="0"/>
              <a:t>If tree still tries to split them, it’ll find something that is different, no matter relevance. </a:t>
            </a:r>
          </a:p>
          <a:p>
            <a:pPr lvl="2"/>
            <a:r>
              <a:rPr lang="en-US" dirty="0"/>
              <a:t>Tiny difference in income, age, or credit score, some tangential feature,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We don’t want these forced splits – we only want to divide things in a way that applies to others. </a:t>
            </a:r>
          </a:p>
        </p:txBody>
      </p:sp>
    </p:spTree>
    <p:extLst>
      <p:ext uri="{BB962C8B-B14F-4D97-AF65-F5344CB8AC3E}">
        <p14:creationId xmlns:p14="http://schemas.microsoft.com/office/powerpoint/2010/main" val="39246910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CFA42-951A-C83F-030B-32D16EBAEA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Fighting the Overfit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DDB118-821F-8D21-0BB6-A0A998D574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8"/>
          </a:xfrm>
        </p:spPr>
        <p:txBody>
          <a:bodyPr/>
          <a:lstStyle/>
          <a:p>
            <a:r>
              <a:rPr lang="en-US" dirty="0"/>
              <a:t>We can use hyperparameters to combat this tendency. </a:t>
            </a:r>
          </a:p>
          <a:p>
            <a:r>
              <a:rPr lang="en-US" dirty="0"/>
              <a:t>HPs are effectively the configuration/settings for the algorithm. </a:t>
            </a:r>
          </a:p>
          <a:p>
            <a:pPr lvl="1"/>
            <a:r>
              <a:rPr lang="en-US" dirty="0"/>
              <a:t>Provide HPs as arguments when creating the model object. </a:t>
            </a:r>
          </a:p>
          <a:p>
            <a:r>
              <a:rPr lang="en-US" dirty="0"/>
              <a:t>For trees, most hyperparameters are limits on growth. </a:t>
            </a:r>
          </a:p>
          <a:p>
            <a:pPr lvl="1"/>
            <a:r>
              <a:rPr lang="en-US" dirty="0"/>
              <a:t>Max depth, min number in a node,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By limiting the ability of the tree to grow, we force it to make broader decisions. </a:t>
            </a:r>
          </a:p>
          <a:p>
            <a:pPr lvl="1"/>
            <a:r>
              <a:rPr lang="en-US" dirty="0"/>
              <a:t>i.e. it still minimizes loss (</a:t>
            </a:r>
            <a:r>
              <a:rPr lang="en-US" dirty="0" err="1"/>
              <a:t>gini</a:t>
            </a:r>
            <a:r>
              <a:rPr lang="en-US" dirty="0"/>
              <a:t>/</a:t>
            </a:r>
            <a:r>
              <a:rPr lang="en-US" dirty="0" err="1"/>
              <a:t>ent</a:t>
            </a:r>
            <a:r>
              <a:rPr lang="en-US" dirty="0"/>
              <a:t>.), but must do it with fewer decisions. </a:t>
            </a:r>
          </a:p>
          <a:p>
            <a:pPr lvl="1"/>
            <a:r>
              <a:rPr lang="en-US" dirty="0"/>
              <a:t>The model must use broadly applicable splits to lower the loss. </a:t>
            </a:r>
          </a:p>
          <a:p>
            <a:r>
              <a:rPr lang="en-US" dirty="0"/>
              <a:t>Different HPs yield different models, sometimes impacts are massive. </a:t>
            </a:r>
          </a:p>
        </p:txBody>
      </p:sp>
    </p:spTree>
    <p:extLst>
      <p:ext uri="{BB962C8B-B14F-4D97-AF65-F5344CB8AC3E}">
        <p14:creationId xmlns:p14="http://schemas.microsoft.com/office/powerpoint/2010/main" val="5385346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6D866-CD6E-CC96-70E4-3DB830155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95A7CA-8EDF-C59F-E5A6-4A0D5CCAD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trees:</a:t>
            </a:r>
          </a:p>
          <a:p>
            <a:pPr lvl="1"/>
            <a:r>
              <a:rPr lang="en-US" dirty="0"/>
              <a:t>Regularization. </a:t>
            </a:r>
          </a:p>
          <a:p>
            <a:r>
              <a:rPr lang="en-US" dirty="0"/>
              <a:t>More pipelines. </a:t>
            </a:r>
          </a:p>
          <a:p>
            <a:pPr lvl="1"/>
            <a:r>
              <a:rPr lang="en-US" dirty="0"/>
              <a:t>Imputation. </a:t>
            </a:r>
          </a:p>
          <a:p>
            <a:pPr lvl="1"/>
            <a:r>
              <a:rPr lang="en-US" dirty="0"/>
              <a:t>Column transformers. </a:t>
            </a:r>
          </a:p>
          <a:p>
            <a:pPr lvl="1"/>
            <a:r>
              <a:rPr lang="en-US" dirty="0"/>
              <a:t>Custom pipeline steps (for project class). </a:t>
            </a:r>
          </a:p>
          <a:p>
            <a:pPr lvl="2"/>
            <a:r>
              <a:rPr lang="en-US" dirty="0"/>
              <a:t>I did push some stuff to workbook 003 for this a couple of days ago, pull if you haven’t. </a:t>
            </a:r>
          </a:p>
          <a:p>
            <a:r>
              <a:rPr lang="en-US" dirty="0"/>
              <a:t>Probably mostly theory, we’ll see with timing.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8B7DCDA-1723-5C20-E5B7-94EFD308290A}"/>
                  </a:ext>
                </a:extLst>
              </p14:cNvPr>
              <p14:cNvContentPartPr/>
              <p14:nvPr/>
            </p14:nvContentPartPr>
            <p14:xfrm>
              <a:off x="4744800" y="55440"/>
              <a:ext cx="6666840" cy="28569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8B7DCDA-1723-5C20-E5B7-94EFD30829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735440" y="46080"/>
                <a:ext cx="6685560" cy="28756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13443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75BAC-F066-22A5-C78B-839F878A3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FE997D-1DD1-0E10-9517-476BBBF67F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Another concept that can combat overfitting is regularization. </a:t>
            </a:r>
          </a:p>
          <a:p>
            <a:r>
              <a:rPr lang="en-US" dirty="0"/>
              <a:t>Regularization modifies the loss (or </a:t>
            </a:r>
            <a:r>
              <a:rPr lang="en-US" dirty="0" err="1"/>
              <a:t>equiv</a:t>
            </a:r>
            <a:r>
              <a:rPr lang="en-US" dirty="0"/>
              <a:t>) function to penalize growth of the model:</a:t>
            </a:r>
          </a:p>
          <a:p>
            <a:pPr lvl="1"/>
            <a:r>
              <a:rPr lang="en-US" dirty="0"/>
              <a:t>Loss being minimized is the goal, the algorithm only tries to do that. </a:t>
            </a:r>
          </a:p>
          <a:p>
            <a:pPr lvl="1"/>
            <a:r>
              <a:rPr lang="en-US" dirty="0"/>
              <a:t>Normally more accuracy means less loss, so the model wants to overfit. </a:t>
            </a:r>
          </a:p>
          <a:p>
            <a:pPr lvl="1"/>
            <a:r>
              <a:rPr lang="en-US" dirty="0"/>
              <a:t>Regularization changes the loss to a combination of [loss + penalty]</a:t>
            </a:r>
          </a:p>
          <a:p>
            <a:r>
              <a:rPr lang="en-US" dirty="0"/>
              <a:t>The penalty is a value that gets bigger the mode the model ‘grows’ (or adapts). </a:t>
            </a:r>
          </a:p>
          <a:p>
            <a:pPr lvl="1"/>
            <a:r>
              <a:rPr lang="en-US" dirty="0"/>
              <a:t>Learning reduces error, but increases the penalty. </a:t>
            </a:r>
          </a:p>
          <a:p>
            <a:pPr lvl="1"/>
            <a:r>
              <a:rPr lang="en-US" dirty="0"/>
              <a:t>The model can only get more complex, or grow, if the increase in accuracy ‘outweighs’ the penalty of that growth. </a:t>
            </a:r>
          </a:p>
          <a:p>
            <a:r>
              <a:rPr lang="en-US" dirty="0"/>
              <a:t>The strength of regularization allows us to control the amount of learning.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856EC9E-E569-9A74-7D10-9EA1A6CBA307}"/>
                  </a:ext>
                </a:extLst>
              </p14:cNvPr>
              <p14:cNvContentPartPr/>
              <p14:nvPr/>
            </p14:nvContentPartPr>
            <p14:xfrm>
              <a:off x="7745760" y="105480"/>
              <a:ext cx="3240000" cy="13860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856EC9E-E569-9A74-7D10-9EA1A6CBA30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736400" y="96120"/>
                <a:ext cx="3258720" cy="1404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90877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4A7C5-2A9A-264F-185B-3D21BC87A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DAC757-4C43-4753-763F-4E3393849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No regularization. </a:t>
            </a:r>
          </a:p>
          <a:p>
            <a:pPr lvl="1"/>
            <a:r>
              <a:rPr lang="en-US" dirty="0"/>
              <a:t>There is a loss metric that tracks error (cross </a:t>
            </a:r>
            <a:r>
              <a:rPr lang="en-US" dirty="0" err="1"/>
              <a:t>ent</a:t>
            </a:r>
            <a:r>
              <a:rPr lang="en-US" dirty="0"/>
              <a:t>, </a:t>
            </a:r>
            <a:r>
              <a:rPr lang="en-US" dirty="0" err="1"/>
              <a:t>gini</a:t>
            </a:r>
            <a:r>
              <a:rPr lang="en-US" dirty="0"/>
              <a:t>, </a:t>
            </a:r>
            <a:r>
              <a:rPr lang="en-US" dirty="0" err="1"/>
              <a:t>mse,etc</a:t>
            </a:r>
            <a:r>
              <a:rPr lang="en-US" dirty="0"/>
              <a:t>..). </a:t>
            </a:r>
          </a:p>
          <a:p>
            <a:pPr lvl="1"/>
            <a:r>
              <a:rPr lang="en-US" dirty="0"/>
              <a:t>The algorithm changes the models parameters (weights, decision points) to minimize loss. </a:t>
            </a:r>
          </a:p>
          <a:p>
            <a:r>
              <a:rPr lang="en-US" dirty="0"/>
              <a:t>Regularization. </a:t>
            </a:r>
          </a:p>
          <a:p>
            <a:pPr lvl="1"/>
            <a:r>
              <a:rPr lang="en-US" dirty="0"/>
              <a:t>There is a loss metric that is a combination of error and size of model. </a:t>
            </a:r>
          </a:p>
          <a:p>
            <a:pPr lvl="1"/>
            <a:r>
              <a:rPr lang="en-US" dirty="0"/>
              <a:t>The algorithm changes the models parameters (weights, decision points) to minimize loss. </a:t>
            </a:r>
          </a:p>
          <a:p>
            <a:r>
              <a:rPr lang="en-US" dirty="0"/>
              <a:t>Regularization changes the target that the algorithm optimizes for. </a:t>
            </a:r>
          </a:p>
          <a:p>
            <a:pPr lvl="1"/>
            <a:r>
              <a:rPr lang="en-US" dirty="0"/>
              <a:t>Instead of only wanting low error, it wants low [error + size] instead. </a:t>
            </a:r>
          </a:p>
          <a:p>
            <a:pPr lvl="1"/>
            <a:r>
              <a:rPr lang="en-US" dirty="0"/>
              <a:t>Process doesn’t change, still do </a:t>
            </a:r>
            <a:r>
              <a:rPr lang="en-US" dirty="0" err="1"/>
              <a:t>gd</a:t>
            </a:r>
            <a:r>
              <a:rPr lang="en-US" dirty="0"/>
              <a:t> or the tree algorithm (cart). </a:t>
            </a:r>
          </a:p>
        </p:txBody>
      </p:sp>
    </p:spTree>
    <p:extLst>
      <p:ext uri="{BB962C8B-B14F-4D97-AF65-F5344CB8AC3E}">
        <p14:creationId xmlns:p14="http://schemas.microsoft.com/office/powerpoint/2010/main" val="2617190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8865D-3AC6-8773-A8DB-8D784AAE7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Cost Complexity Pruning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845A1-6F0B-E82B-5DDB-82E4B9C34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73" y="1853754"/>
            <a:ext cx="9929091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Cost complexity pruning is a way to reduce the complexity of a tree after it is made. </a:t>
            </a:r>
          </a:p>
          <a:p>
            <a:r>
              <a:rPr lang="en-US" dirty="0"/>
              <a:t>CCP finds the leaves that are least beneficial. </a:t>
            </a:r>
          </a:p>
          <a:p>
            <a:r>
              <a:rPr lang="en-US" dirty="0"/>
              <a:t>The complexity parameter is used to define the cost-complexity measure, R</a:t>
            </a:r>
            <a:r>
              <a:rPr lang="el-GR" dirty="0"/>
              <a:t>α(</a:t>
            </a:r>
            <a:r>
              <a:rPr lang="en-US" dirty="0"/>
              <a:t>T) of a given tree (or branch of a tree) T: </a:t>
            </a:r>
          </a:p>
          <a:p>
            <a:pPr lvl="1"/>
            <a:r>
              <a:rPr lang="en-US" dirty="0"/>
              <a:t>R</a:t>
            </a:r>
            <a:r>
              <a:rPr lang="el-GR" dirty="0"/>
              <a:t>α(</a:t>
            </a:r>
            <a:r>
              <a:rPr lang="en-US" dirty="0"/>
              <a:t>T)=R(T)+</a:t>
            </a:r>
            <a:r>
              <a:rPr lang="el-GR" dirty="0"/>
              <a:t>α|</a:t>
            </a:r>
            <a:r>
              <a:rPr lang="en-US" dirty="0"/>
              <a:t>T| </a:t>
            </a:r>
          </a:p>
          <a:p>
            <a:pPr lvl="1"/>
            <a:r>
              <a:rPr lang="en-US" dirty="0"/>
              <a:t>Where |T| is the number of terminal nodes in T and</a:t>
            </a:r>
          </a:p>
          <a:p>
            <a:pPr lvl="1"/>
            <a:r>
              <a:rPr lang="en-US" dirty="0"/>
              <a:t>R(T) is traditionally defined as the total misclassification rate of the terminal nodes.</a:t>
            </a:r>
          </a:p>
          <a:p>
            <a:pPr lvl="2"/>
            <a:r>
              <a:rPr lang="en-US" dirty="0"/>
              <a:t>This can be </a:t>
            </a:r>
            <a:r>
              <a:rPr lang="en-US" dirty="0" err="1"/>
              <a:t>gini</a:t>
            </a:r>
            <a:r>
              <a:rPr lang="en-US" dirty="0"/>
              <a:t> or entropy, it’s the same either way. </a:t>
            </a:r>
          </a:p>
          <a:p>
            <a:r>
              <a:rPr lang="en-US" dirty="0"/>
              <a:t>Parts of the tree that were least helpful are pruned. </a:t>
            </a:r>
          </a:p>
          <a:p>
            <a:r>
              <a:rPr lang="en-US" dirty="0"/>
              <a:t>Acts to limit tree size like hyperparameter limits, but dynamically based on the tree.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6731834-4E54-DAFD-A06B-5119B7B32817}"/>
                  </a:ext>
                </a:extLst>
              </p14:cNvPr>
              <p14:cNvContentPartPr/>
              <p14:nvPr/>
            </p14:nvContentPartPr>
            <p14:xfrm>
              <a:off x="2063520" y="3435120"/>
              <a:ext cx="1905120" cy="5731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6731834-4E54-DAFD-A06B-5119B7B3281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54160" y="3425760"/>
                <a:ext cx="1923840" cy="59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548853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815FA5C0-EE16-1990-AFF7-040D4C4D7849}"/>
                  </a:ext>
                </a:extLst>
              </p14:cNvPr>
              <p14:cNvContentPartPr/>
              <p14:nvPr/>
            </p14:nvContentPartPr>
            <p14:xfrm>
              <a:off x="207360" y="424800"/>
              <a:ext cx="4355280" cy="31028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815FA5C0-EE16-1990-AFF7-040D4C4D784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8000" y="257760"/>
                <a:ext cx="9336600" cy="327924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FFAB5FD9-C6AC-E842-B7A7-2DF888E263A5}"/>
              </a:ext>
            </a:extLst>
          </p:cNvPr>
          <p:cNvSpPr txBox="1"/>
          <p:nvPr/>
        </p:nvSpPr>
        <p:spPr>
          <a:xfrm>
            <a:off x="207360" y="3675017"/>
            <a:ext cx="795387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Normal: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 is the loss, what the algo minimizes.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 is misclassification pre split.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R’ is misclassification post split.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R’ &lt; R then tree splits.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metric is improved.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specific decision is whichever causes this improvement to be largest. 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7A59F40-55A0-DB3D-1056-EA5E309D6D89}"/>
                  </a:ext>
                </a:extLst>
              </p14:cNvPr>
              <p14:cNvContentPartPr/>
              <p14:nvPr/>
            </p14:nvContentPartPr>
            <p14:xfrm>
              <a:off x="209880" y="117000"/>
              <a:ext cx="5322960" cy="32842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7A59F40-55A0-DB3D-1056-EA5E309D6D8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00520" y="107640"/>
                <a:ext cx="5341680" cy="3303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435564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07A4C-5E73-A397-6346-E8394375C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71CD115E-1D68-FE76-9124-EB2B94576375}"/>
                  </a:ext>
                </a:extLst>
              </p14:cNvPr>
              <p14:cNvContentPartPr/>
              <p14:nvPr/>
            </p14:nvContentPartPr>
            <p14:xfrm>
              <a:off x="207360" y="267120"/>
              <a:ext cx="9317880" cy="32605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71CD115E-1D68-FE76-9124-EB2B9457637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8000" y="257760"/>
                <a:ext cx="9336600" cy="3279240"/>
              </a:xfrm>
              <a:prstGeom prst="rect">
                <a:avLst/>
              </a:prstGeom>
            </p:spPr>
          </p:pic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546D354-06B8-6E51-648F-2EC6866C4372}"/>
              </a:ext>
            </a:extLst>
          </p:cNvPr>
          <p:cNvSpPr txBox="1"/>
          <p:nvPr/>
        </p:nvSpPr>
        <p:spPr>
          <a:xfrm>
            <a:off x="207361" y="3675017"/>
            <a:ext cx="42340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Normal: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 is the loss, what the algo minimizes.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 is misclassification pre split.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R’ is misclassification post split.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R’ &lt; R then tree splits.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metric is improved.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6AF18D8-9BC2-6F20-FCE6-C048396CDDCC}"/>
              </a:ext>
            </a:extLst>
          </p:cNvPr>
          <p:cNvSpPr txBox="1"/>
          <p:nvPr/>
        </p:nvSpPr>
        <p:spPr>
          <a:xfrm>
            <a:off x="6096000" y="2917371"/>
            <a:ext cx="588863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Pruned: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R+a</a:t>
            </a:r>
            <a:r>
              <a:rPr lang="en-US" dirty="0"/>
              <a:t>*T is the new loss.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 is still misclassification.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Alpha is a HP we set.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 is the number of term. nodes (size of tree).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</a:t>
            </a:r>
            <a:r>
              <a:rPr lang="en-US" dirty="0" err="1"/>
              <a:t>R’+a</a:t>
            </a:r>
            <a:r>
              <a:rPr lang="en-US" dirty="0"/>
              <a:t>*T &lt; </a:t>
            </a:r>
            <a:r>
              <a:rPr lang="en-US" dirty="0" err="1"/>
              <a:t>R+a</a:t>
            </a:r>
            <a:r>
              <a:rPr lang="en-US" dirty="0"/>
              <a:t>*T then tree splits.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still needs to be improved, however…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will improve if we reduce misclassifications.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Loss will get worse if we make tree bigger.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a split to improve loss, the gain from acc must outweigh the penalty from growth.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C1A3EE-6410-1425-45F2-011EB4821039}"/>
              </a:ext>
            </a:extLst>
          </p:cNvPr>
          <p:cNvSpPr txBox="1"/>
          <p:nvPr/>
        </p:nvSpPr>
        <p:spPr>
          <a:xfrm>
            <a:off x="9525240" y="2228671"/>
            <a:ext cx="34573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Loss has two sources: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Errors (unchanged).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Size of model (new).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Total loss is minimized. 	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7EE2984-67B2-282D-5D42-240012BB21F7}"/>
                  </a:ext>
                </a:extLst>
              </p14:cNvPr>
              <p14:cNvContentPartPr/>
              <p14:nvPr/>
            </p14:nvContentPartPr>
            <p14:xfrm>
              <a:off x="352440" y="173520"/>
              <a:ext cx="11660760" cy="34030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7EE2984-67B2-282D-5D42-240012BB21F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3080" y="164160"/>
                <a:ext cx="11679480" cy="34218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583112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7876817-EA3C-641C-6E01-401E8015D953}"/>
              </a:ext>
            </a:extLst>
          </p:cNvPr>
          <p:cNvSpPr/>
          <p:nvPr/>
        </p:nvSpPr>
        <p:spPr>
          <a:xfrm>
            <a:off x="1008404" y="538385"/>
            <a:ext cx="1469876" cy="709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75F805-26F4-631C-89DD-49EFEB6DF8D5}"/>
              </a:ext>
            </a:extLst>
          </p:cNvPr>
          <p:cNvSpPr/>
          <p:nvPr/>
        </p:nvSpPr>
        <p:spPr>
          <a:xfrm>
            <a:off x="2237574" y="2005412"/>
            <a:ext cx="1469876" cy="709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4A5086-971E-F67C-CD96-BED27E0D43F9}"/>
              </a:ext>
            </a:extLst>
          </p:cNvPr>
          <p:cNvSpPr/>
          <p:nvPr/>
        </p:nvSpPr>
        <p:spPr>
          <a:xfrm>
            <a:off x="273466" y="2005413"/>
            <a:ext cx="1469876" cy="709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0A9F83-7EB9-1E0A-F027-BC81FB10330F}"/>
              </a:ext>
            </a:extLst>
          </p:cNvPr>
          <p:cNvSpPr txBox="1"/>
          <p:nvPr/>
        </p:nvSpPr>
        <p:spPr>
          <a:xfrm>
            <a:off x="3358497" y="452927"/>
            <a:ext cx="240136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 True, 4 False</a:t>
            </a:r>
            <a:br>
              <a:rPr lang="en-US" dirty="0"/>
            </a:br>
            <a:r>
              <a:rPr lang="en-US" dirty="0"/>
              <a:t>Gini: .48</a:t>
            </a:r>
          </a:p>
          <a:p>
            <a:r>
              <a:rPr lang="en-US" dirty="0"/>
              <a:t>Size: .125 * 2 (1 leaf)</a:t>
            </a:r>
          </a:p>
          <a:p>
            <a:r>
              <a:rPr lang="en-US" dirty="0"/>
              <a:t>Loss: .71 + .125 = .835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75B8D8-3D11-8CE4-1B68-3228DD6BA06A}"/>
              </a:ext>
            </a:extLst>
          </p:cNvPr>
          <p:cNvSpPr txBox="1"/>
          <p:nvPr/>
        </p:nvSpPr>
        <p:spPr>
          <a:xfrm>
            <a:off x="4408206" y="2005412"/>
            <a:ext cx="24013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Gini: .37*(4/7) + 0*(3/7)</a:t>
            </a:r>
          </a:p>
          <a:p>
            <a:r>
              <a:rPr lang="en-US" dirty="0"/>
              <a:t>Size: .125 * 2 (2 leaves)</a:t>
            </a:r>
          </a:p>
          <a:p>
            <a:r>
              <a:rPr lang="en-US" dirty="0"/>
              <a:t>Loss: .37 + .25 = .62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44D781-B00F-2F1D-22A3-5C96AC24B1DD}"/>
              </a:ext>
            </a:extLst>
          </p:cNvPr>
          <p:cNvSpPr txBox="1"/>
          <p:nvPr/>
        </p:nvSpPr>
        <p:spPr>
          <a:xfrm>
            <a:off x="47000" y="2928742"/>
            <a:ext cx="1626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 True, 1 False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C3C610-BAA5-270C-B6BD-779BC0F7D671}"/>
              </a:ext>
            </a:extLst>
          </p:cNvPr>
          <p:cNvSpPr txBox="1"/>
          <p:nvPr/>
        </p:nvSpPr>
        <p:spPr>
          <a:xfrm>
            <a:off x="2227603" y="2882203"/>
            <a:ext cx="16265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0 True, 3 False</a:t>
            </a:r>
          </a:p>
        </p:txBody>
      </p:sp>
    </p:spTree>
    <p:extLst>
      <p:ext uri="{BB962C8B-B14F-4D97-AF65-F5344CB8AC3E}">
        <p14:creationId xmlns:p14="http://schemas.microsoft.com/office/powerpoint/2010/main" val="35762499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272B1-1C72-7FE0-9237-0E15D46E2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Be More Alpha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80268F-9F8B-ADFA-92C1-6DE2CFA8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7352" y="1853753"/>
            <a:ext cx="7693572" cy="4199727"/>
          </a:xfrm>
        </p:spPr>
        <p:txBody>
          <a:bodyPr>
            <a:normAutofit/>
          </a:bodyPr>
          <a:lstStyle/>
          <a:p>
            <a:r>
              <a:rPr lang="en-US" dirty="0"/>
              <a:t>In the CCP equation R</a:t>
            </a:r>
            <a:r>
              <a:rPr lang="el-GR" dirty="0"/>
              <a:t>α(</a:t>
            </a:r>
            <a:r>
              <a:rPr lang="en-US" dirty="0"/>
              <a:t>T)=R(T)+</a:t>
            </a:r>
            <a:r>
              <a:rPr lang="el-GR" dirty="0"/>
              <a:t>α|</a:t>
            </a:r>
            <a:r>
              <a:rPr lang="en-US" dirty="0"/>
              <a:t>T| the alpha-t is a penalty. </a:t>
            </a:r>
          </a:p>
          <a:p>
            <a:pPr lvl="1"/>
            <a:r>
              <a:rPr lang="en-US" dirty="0"/>
              <a:t>The larger the number of terminal nodes gets, the larger the penalty. </a:t>
            </a:r>
          </a:p>
          <a:p>
            <a:pPr lvl="1"/>
            <a:r>
              <a:rPr lang="en-US" dirty="0"/>
              <a:t>The larger alpha gets, the larger the penalty. </a:t>
            </a:r>
          </a:p>
          <a:p>
            <a:r>
              <a:rPr lang="en-US" dirty="0"/>
              <a:t>Effectively removes things that have many terminal leaves. </a:t>
            </a:r>
          </a:p>
          <a:p>
            <a:pPr lvl="1"/>
            <a:r>
              <a:rPr lang="en-US" dirty="0"/>
              <a:t>Larger trees will generate larger penalties in branches. </a:t>
            </a:r>
          </a:p>
          <a:p>
            <a:pPr lvl="1"/>
            <a:r>
              <a:rPr lang="en-US" dirty="0"/>
              <a:t>Tends to limit overfitting, as it stops large branches from being developed. </a:t>
            </a:r>
          </a:p>
          <a:p>
            <a:r>
              <a:rPr lang="en-US" dirty="0"/>
              <a:t>Adding a penalty to “size” is a common strategy. </a:t>
            </a:r>
          </a:p>
          <a:p>
            <a:pPr lvl="1"/>
            <a:r>
              <a:rPr lang="en-US" dirty="0"/>
              <a:t>If a split is going to happen, it needs to “overcome” the penalty incurred by increasing the number of terminal nodes ( |T| increases ). </a:t>
            </a:r>
          </a:p>
          <a:p>
            <a:pPr lvl="1"/>
            <a:r>
              <a:rPr lang="en-US" dirty="0"/>
              <a:t>R(T) needs to decrease, or more accuracy, to overcome alpha-T increase.</a:t>
            </a:r>
          </a:p>
        </p:txBody>
      </p:sp>
      <p:pic>
        <p:nvPicPr>
          <p:cNvPr id="2050" name="Picture 2" descr="Stream Chad music | Listen to songs, albums, playlists for free on  SoundCloud">
            <a:extLst>
              <a:ext uri="{FF2B5EF4-FFF2-40B4-BE49-F238E27FC236}">
                <a16:creationId xmlns:a16="http://schemas.microsoft.com/office/drawing/2014/main" id="{53F075D9-6980-3E8E-1C91-D244837A28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50924" y="1952672"/>
            <a:ext cx="3966851" cy="3966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BEB4945-7333-9788-9F2D-AA16ABE05BC2}"/>
                  </a:ext>
                </a:extLst>
              </p14:cNvPr>
              <p14:cNvContentPartPr/>
              <p14:nvPr/>
            </p14:nvContentPartPr>
            <p14:xfrm>
              <a:off x="4240080" y="1486440"/>
              <a:ext cx="699120" cy="4521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BEB4945-7333-9788-9F2D-AA16ABE05BC2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30720" y="1477080"/>
                <a:ext cx="717840" cy="470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589850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3FB35-2231-F2D8-4B0B-09701A661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Keep it Regular(</a:t>
            </a:r>
            <a:r>
              <a:rPr lang="en-US" dirty="0" err="1"/>
              <a:t>ized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F46A87-B2D2-1378-2D6B-EC9B384DF0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58348"/>
          </a:xfrm>
        </p:spPr>
        <p:txBody>
          <a:bodyPr/>
          <a:lstStyle/>
          <a:p>
            <a:r>
              <a:rPr lang="en-US" dirty="0"/>
              <a:t>This type of constraint on growth, regularization, is quite common. </a:t>
            </a:r>
          </a:p>
          <a:p>
            <a:pPr lvl="1"/>
            <a:r>
              <a:rPr lang="en-US" dirty="0"/>
              <a:t>Easy to implement – just change the loss function. </a:t>
            </a:r>
          </a:p>
          <a:p>
            <a:pPr lvl="1"/>
            <a:r>
              <a:rPr lang="en-US" dirty="0"/>
              <a:t>Can work anywhere with loss (and a size metric). </a:t>
            </a:r>
          </a:p>
          <a:p>
            <a:pPr lvl="1"/>
            <a:r>
              <a:rPr lang="en-US" dirty="0"/>
              <a:t>‘Automatic’ – growth can be limited throughout training*.</a:t>
            </a:r>
          </a:p>
          <a:p>
            <a:r>
              <a:rPr lang="en-US" dirty="0"/>
              <a:t>On the downside, we need to provide alpha as a hyperparameter. </a:t>
            </a:r>
          </a:p>
          <a:p>
            <a:r>
              <a:rPr lang="en-US" dirty="0"/>
              <a:t>Instead of targeting “most accurate model” we target “most accurate considering size”. </a:t>
            </a:r>
          </a:p>
          <a:p>
            <a:pPr lvl="1"/>
            <a:r>
              <a:rPr lang="en-US" dirty="0"/>
              <a:t>Big trees have great accuracy, but the size will cause their loss to be large.</a:t>
            </a:r>
          </a:p>
          <a:p>
            <a:pPr lvl="1"/>
            <a:r>
              <a:rPr lang="en-US" dirty="0"/>
              <a:t>If the tree can’t get big, it can’t overfit much. </a:t>
            </a:r>
          </a:p>
        </p:txBody>
      </p:sp>
    </p:spTree>
    <p:extLst>
      <p:ext uri="{BB962C8B-B14F-4D97-AF65-F5344CB8AC3E}">
        <p14:creationId xmlns:p14="http://schemas.microsoft.com/office/powerpoint/2010/main" val="13183595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6E27A-7A16-2BB7-84CA-2A46F279A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some Trees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0B18D2-4522-6750-133C-560FB6822F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Trees are one of the most approachable model types to understand:</a:t>
            </a:r>
          </a:p>
          <a:p>
            <a:pPr lvl="1"/>
            <a:r>
              <a:rPr lang="en-US" dirty="0"/>
              <a:t>We can visualize the entire process and walk through decisions in English. </a:t>
            </a:r>
          </a:p>
          <a:p>
            <a:r>
              <a:rPr lang="en-US" dirty="0"/>
              <a:t>Trees tend to be greedy, so we need ways to limit the overfitting. </a:t>
            </a:r>
          </a:p>
          <a:p>
            <a:pPr lvl="1"/>
            <a:r>
              <a:rPr lang="en-US" dirty="0"/>
              <a:t>Tuning the settings of hyperparameters and regularization. </a:t>
            </a:r>
          </a:p>
          <a:p>
            <a:pPr lvl="1"/>
            <a:r>
              <a:rPr lang="en-US" dirty="0"/>
              <a:t>Tree creation algorithms seek purity – each node is uniform. </a:t>
            </a:r>
          </a:p>
          <a:p>
            <a:r>
              <a:rPr lang="en-US" dirty="0"/>
              <a:t>Trees do the same thing as regression, but in a totally different mathematical way. </a:t>
            </a:r>
          </a:p>
          <a:p>
            <a:pPr lvl="1"/>
            <a:r>
              <a:rPr lang="en-US" dirty="0"/>
              <a:t>Linear models assume a linear relationship, trees are non-parametric. </a:t>
            </a:r>
          </a:p>
          <a:p>
            <a:pPr lvl="1"/>
            <a:r>
              <a:rPr lang="en-US" dirty="0"/>
              <a:t>Different data may work better with one or the other (or some other type). </a:t>
            </a:r>
          </a:p>
          <a:p>
            <a:r>
              <a:rPr lang="en-US" dirty="0"/>
              <a:t>Many of the best non neural network models use some trees in </a:t>
            </a:r>
            <a:r>
              <a:rPr lang="en-US"/>
              <a:t>different ways…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37897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37E66-E01D-4267-703B-A39F643100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7DDC37-6101-BD34-4CBD-910AA65D2F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Sklearn has gotten much better in the recent version in handling </a:t>
            </a:r>
            <a:r>
              <a:rPr lang="en-US" dirty="0" err="1"/>
              <a:t>dataframes</a:t>
            </a:r>
            <a:r>
              <a:rPr lang="en-US" dirty="0"/>
              <a:t> natively. </a:t>
            </a:r>
          </a:p>
          <a:p>
            <a:r>
              <a:rPr lang="en-US" dirty="0"/>
              <a:t>Many/most of the examples have a step to convert to array before the model part. </a:t>
            </a:r>
          </a:p>
          <a:p>
            <a:pPr lvl="1"/>
            <a:r>
              <a:rPr lang="en-US" dirty="0"/>
              <a:t>I.e. do prep stuff with data in </a:t>
            </a:r>
            <a:r>
              <a:rPr lang="en-US" dirty="0" err="1"/>
              <a:t>dataframe</a:t>
            </a:r>
            <a:r>
              <a:rPr lang="en-US" dirty="0"/>
              <a:t>, convert to array, feed to pipeline/model/</a:t>
            </a:r>
            <a:r>
              <a:rPr lang="en-US" dirty="0" err="1"/>
              <a:t>gridsearch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You can avoid this more easily now and sklearn will (more often) handle it ok. </a:t>
            </a:r>
          </a:p>
          <a:p>
            <a:r>
              <a:rPr lang="en-US" dirty="0"/>
              <a:t>I generally like the conversion step when learning, it’s a clear delineation. </a:t>
            </a:r>
          </a:p>
          <a:p>
            <a:pPr lvl="1"/>
            <a:r>
              <a:rPr lang="en-US" dirty="0"/>
              <a:t>All the prep work is done on the </a:t>
            </a:r>
            <a:r>
              <a:rPr lang="en-US" dirty="0" err="1"/>
              <a:t>dataframe</a:t>
            </a:r>
            <a:r>
              <a:rPr lang="en-US" dirty="0"/>
              <a:t>, we make the </a:t>
            </a:r>
            <a:r>
              <a:rPr lang="en-US"/>
              <a:t>conversion when done. </a:t>
            </a:r>
            <a:endParaRPr lang="en-US" dirty="0"/>
          </a:p>
          <a:p>
            <a:r>
              <a:rPr lang="en-US" dirty="0"/>
              <a:t>The array conversion doesn’t really change anything in functionality. </a:t>
            </a:r>
          </a:p>
          <a:p>
            <a:pPr lvl="1"/>
            <a:r>
              <a:rPr lang="en-US" dirty="0"/>
              <a:t>The results are the same, and the process is only different in that one or two lines. </a:t>
            </a:r>
          </a:p>
          <a:p>
            <a:pPr lvl="1"/>
            <a:r>
              <a:rPr lang="en-US" dirty="0"/>
              <a:t>The algorithm does a conversion internally and just obscures it from you. </a:t>
            </a:r>
          </a:p>
          <a:p>
            <a:pPr lvl="1"/>
            <a:r>
              <a:rPr lang="en-US" dirty="0"/>
              <a:t>When we do neural networks we’ll need to do that conversion (often) again. </a:t>
            </a:r>
          </a:p>
        </p:txBody>
      </p:sp>
    </p:spTree>
    <p:extLst>
      <p:ext uri="{BB962C8B-B14F-4D97-AF65-F5344CB8AC3E}">
        <p14:creationId xmlns:p14="http://schemas.microsoft.com/office/powerpoint/2010/main" val="33568186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A0EEB-3822-D6E3-3E17-B066A579C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2B1BD-D9CA-6D09-00A9-8886A65F75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Why We Need to Do Regularization in Decision Tree Machine Learning? | by  Deryl Baharudin Sopandi | Medium">
            <a:extLst>
              <a:ext uri="{FF2B5EF4-FFF2-40B4-BE49-F238E27FC236}">
                <a16:creationId xmlns:a16="http://schemas.microsoft.com/office/drawing/2014/main" id="{53CA92F1-1CBA-109A-8833-AD0F2F57A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01613"/>
            <a:ext cx="12192000" cy="6453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41598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F5543F-0968-FE07-82A7-0E925D73C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 the Semester off with a </a:t>
            </a:r>
            <a:r>
              <a:rPr lang="en-US" dirty="0" err="1"/>
              <a:t>BanG</a:t>
            </a:r>
            <a:r>
              <a:rPr lang="en-US" dirty="0"/>
              <a:t>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DDB9D-4E68-9C95-31AC-CB3B3168E9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863192" cy="4199727"/>
          </a:xfrm>
        </p:spPr>
        <p:txBody>
          <a:bodyPr/>
          <a:lstStyle/>
          <a:p>
            <a:r>
              <a:rPr lang="en-US" dirty="0"/>
              <a:t>Review:</a:t>
            </a:r>
          </a:p>
          <a:p>
            <a:pPr lvl="1"/>
            <a:r>
              <a:rPr lang="en-US" dirty="0"/>
              <a:t>Statistics, particularly for EDA. Sklearn basics. Error and model quality. </a:t>
            </a:r>
          </a:p>
          <a:p>
            <a:r>
              <a:rPr lang="en-US" dirty="0"/>
              <a:t>Today:</a:t>
            </a:r>
          </a:p>
          <a:p>
            <a:pPr lvl="1"/>
            <a:r>
              <a:rPr lang="en-US" dirty="0"/>
              <a:t>Tree theory. </a:t>
            </a:r>
          </a:p>
          <a:p>
            <a:pPr lvl="1"/>
            <a:r>
              <a:rPr lang="en-US" dirty="0"/>
              <a:t>Underfitting, hyperparameters, regularization basics. </a:t>
            </a:r>
          </a:p>
          <a:p>
            <a:r>
              <a:rPr lang="en-US" dirty="0"/>
              <a:t>Next week:</a:t>
            </a:r>
          </a:p>
          <a:p>
            <a:pPr lvl="1"/>
            <a:r>
              <a:rPr lang="en-US" dirty="0"/>
              <a:t>Really useful pipeline tools – column transformers, imputation. </a:t>
            </a:r>
          </a:p>
          <a:p>
            <a:pPr lvl="1"/>
            <a:r>
              <a:rPr lang="en-US" dirty="0"/>
              <a:t>More pipeline – simple custom transformers for project purposes. </a:t>
            </a:r>
          </a:p>
          <a:p>
            <a:pPr lvl="1"/>
            <a:r>
              <a:rPr lang="en-US" dirty="0"/>
              <a:t>Using trees in a more ‘realistic’ scenario – the </a:t>
            </a:r>
            <a:r>
              <a:rPr lang="en-US" dirty="0" err="1"/>
              <a:t>c.t.</a:t>
            </a:r>
            <a:r>
              <a:rPr lang="en-US" dirty="0"/>
              <a:t> and imputation allow us to handle most data.</a:t>
            </a:r>
          </a:p>
        </p:txBody>
      </p:sp>
    </p:spTree>
    <p:extLst>
      <p:ext uri="{BB962C8B-B14F-4D97-AF65-F5344CB8AC3E}">
        <p14:creationId xmlns:p14="http://schemas.microsoft.com/office/powerpoint/2010/main" val="2486522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3490F-BC2C-044B-8523-7C6267DBE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and Classes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49EB3-B819-984C-8511-DC1ED84C2D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30830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03279-10DF-FC47-B9CB-3807B8F80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and Classes – </a:t>
            </a:r>
            <a:r>
              <a:rPr lang="en-US" dirty="0" err="1"/>
              <a:t>DataFrame</a:t>
            </a:r>
            <a:r>
              <a:rPr lang="en-US" dirty="0"/>
              <a:t> Class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F2DEA-975A-644C-A9B0-B0D3F2176D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rame 3">
            <a:extLst>
              <a:ext uri="{FF2B5EF4-FFF2-40B4-BE49-F238E27FC236}">
                <a16:creationId xmlns:a16="http://schemas.microsoft.com/office/drawing/2014/main" id="{3EEAADC4-51AD-3E40-8BF6-F0BEE67257BC}"/>
              </a:ext>
            </a:extLst>
          </p:cNvPr>
          <p:cNvSpPr/>
          <p:nvPr/>
        </p:nvSpPr>
        <p:spPr>
          <a:xfrm>
            <a:off x="1300163" y="1853754"/>
            <a:ext cx="9754691" cy="4175571"/>
          </a:xfrm>
          <a:prstGeom prst="fram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A4C78-2AEC-8844-9254-592651E03C49}"/>
              </a:ext>
            </a:extLst>
          </p:cNvPr>
          <p:cNvSpPr/>
          <p:nvPr/>
        </p:nvSpPr>
        <p:spPr>
          <a:xfrm>
            <a:off x="5966542" y="2589131"/>
            <a:ext cx="4388741" cy="2707264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Attributes:</a:t>
            </a:r>
          </a:p>
          <a:p>
            <a:pPr algn="ctr"/>
            <a:r>
              <a:rPr lang="en-US" sz="4000" dirty="0"/>
              <a:t>Data</a:t>
            </a:r>
          </a:p>
          <a:p>
            <a:pPr algn="ctr"/>
            <a:r>
              <a:rPr lang="en-US" sz="4000" dirty="0"/>
              <a:t>Columns</a:t>
            </a:r>
          </a:p>
          <a:p>
            <a:pPr algn="ctr"/>
            <a:r>
              <a:rPr lang="en-US" sz="4000" dirty="0"/>
              <a:t>Size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51F709-DDB9-1D40-9695-F53862D2CCB6}"/>
              </a:ext>
            </a:extLst>
          </p:cNvPr>
          <p:cNvSpPr/>
          <p:nvPr/>
        </p:nvSpPr>
        <p:spPr>
          <a:xfrm>
            <a:off x="2206831" y="2589132"/>
            <a:ext cx="3157649" cy="270726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Methods:</a:t>
            </a:r>
          </a:p>
          <a:p>
            <a:pPr algn="ctr"/>
            <a:r>
              <a:rPr lang="en-US" sz="4000" dirty="0"/>
              <a:t>Head</a:t>
            </a:r>
          </a:p>
          <a:p>
            <a:pPr algn="ctr"/>
            <a:r>
              <a:rPr lang="en-US" sz="4000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4794328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F887B-D849-7C4B-833A-F5E7D8986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a Class - </a:t>
            </a:r>
            <a:r>
              <a:rPr lang="en-US" dirty="0" err="1"/>
              <a:t>Dataframe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0E1CF-607E-544A-9CBE-8753C08C1F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we create a DF we instantiate, or create an object of, that class. </a:t>
            </a:r>
          </a:p>
          <a:p>
            <a:pPr lvl="1"/>
            <a:r>
              <a:rPr lang="en-US" dirty="0"/>
              <a:t>Df = </a:t>
            </a:r>
            <a:r>
              <a:rPr lang="en-US" dirty="0" err="1"/>
              <a:t>pd.read_csv</a:t>
            </a:r>
            <a:r>
              <a:rPr lang="en-US" dirty="0"/>
              <a:t>(“</a:t>
            </a:r>
            <a:r>
              <a:rPr lang="en-US" dirty="0" err="1"/>
              <a:t>some_data.csv</a:t>
            </a:r>
            <a:r>
              <a:rPr lang="en-US" dirty="0"/>
              <a:t>”)</a:t>
            </a:r>
          </a:p>
          <a:p>
            <a:pPr lvl="1"/>
            <a:r>
              <a:rPr lang="en-US" dirty="0"/>
              <a:t>That object, df, has all the stuff in the previous image – the data, attributes, and functions. </a:t>
            </a:r>
          </a:p>
          <a:p>
            <a:r>
              <a:rPr lang="en-US" dirty="0" err="1"/>
              <a:t>Df.columns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Give me the value of that attribute.</a:t>
            </a:r>
          </a:p>
          <a:p>
            <a:r>
              <a:rPr lang="en-US" dirty="0" err="1"/>
              <a:t>Df.head</a:t>
            </a:r>
            <a:r>
              <a:rPr lang="en-US" dirty="0"/>
              <a:t>():</a:t>
            </a:r>
          </a:p>
          <a:p>
            <a:pPr lvl="1"/>
            <a:r>
              <a:rPr lang="en-US" dirty="0"/>
              <a:t>Run this function on the object</a:t>
            </a:r>
          </a:p>
        </p:txBody>
      </p:sp>
    </p:spTree>
    <p:extLst>
      <p:ext uri="{BB962C8B-B14F-4D97-AF65-F5344CB8AC3E}">
        <p14:creationId xmlns:p14="http://schemas.microsoft.com/office/powerpoint/2010/main" val="28735549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C3FB8-AFBC-7A44-9C32-48FBB5509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Make A Class – for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D69456-535C-0448-A7C0-6132F86608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35197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We can try to make our own class, to help with EDA, what should it contain?</a:t>
            </a:r>
          </a:p>
          <a:p>
            <a:r>
              <a:rPr lang="en-US" dirty="0"/>
              <a:t>Attributes:</a:t>
            </a:r>
          </a:p>
          <a:p>
            <a:pPr lvl="1"/>
            <a:r>
              <a:rPr lang="en-US" dirty="0"/>
              <a:t>A </a:t>
            </a:r>
            <a:r>
              <a:rPr lang="en-US" dirty="0" err="1"/>
              <a:t>dataframe</a:t>
            </a:r>
            <a:r>
              <a:rPr lang="en-US" dirty="0"/>
              <a:t>. (An object in an object).</a:t>
            </a:r>
          </a:p>
          <a:p>
            <a:pPr lvl="1"/>
            <a:r>
              <a:rPr lang="en-US" dirty="0"/>
              <a:t>Some other helpful stuff? E.g. a list of categorical variables. </a:t>
            </a:r>
          </a:p>
          <a:p>
            <a:r>
              <a:rPr lang="en-US" dirty="0"/>
              <a:t>Functions:</a:t>
            </a:r>
          </a:p>
          <a:p>
            <a:pPr lvl="1"/>
            <a:r>
              <a:rPr lang="en-US" dirty="0"/>
              <a:t>Generate histograms.</a:t>
            </a:r>
          </a:p>
          <a:p>
            <a:pPr lvl="1"/>
            <a:r>
              <a:rPr lang="en-US" dirty="0"/>
              <a:t>Print EDA stuff. </a:t>
            </a:r>
          </a:p>
          <a:p>
            <a:r>
              <a:rPr lang="en-US" dirty="0"/>
              <a:t>Use:</a:t>
            </a:r>
          </a:p>
          <a:p>
            <a:pPr lvl="1"/>
            <a:r>
              <a:rPr lang="en-US" dirty="0"/>
              <a:t>Create an “EDA” object by loading the </a:t>
            </a:r>
            <a:r>
              <a:rPr lang="en-US" dirty="0" err="1"/>
              <a:t>dataframe</a:t>
            </a:r>
            <a:r>
              <a:rPr lang="en-US" dirty="0"/>
              <a:t> we are using. </a:t>
            </a:r>
          </a:p>
          <a:p>
            <a:pPr lvl="1"/>
            <a:r>
              <a:rPr lang="en-US" dirty="0"/>
              <a:t>Call the “give me EDA” function to get it all spit out for us. </a:t>
            </a:r>
          </a:p>
          <a:p>
            <a:pPr lvl="1"/>
            <a:r>
              <a:rPr lang="en-US" dirty="0"/>
              <a:t>We can reuse this by creating an EDA object for each df, then we can just call the EDA function. 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6FE7B4-D3F9-6548-84E8-43BD85314DD2}"/>
              </a:ext>
            </a:extLst>
          </p:cNvPr>
          <p:cNvSpPr txBox="1"/>
          <p:nvPr/>
        </p:nvSpPr>
        <p:spPr>
          <a:xfrm>
            <a:off x="8912352" y="2621280"/>
            <a:ext cx="29504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Note: </a:t>
            </a:r>
            <a:r>
              <a:rPr lang="en-US" dirty="0"/>
              <a:t>We can also extend classes – or basically make a “</a:t>
            </a:r>
            <a:r>
              <a:rPr lang="en-US" dirty="0" err="1"/>
              <a:t>dataframe</a:t>
            </a:r>
            <a:r>
              <a:rPr lang="en-US" dirty="0"/>
              <a:t>+” adding what we want. We’ll do this later for transformations. </a:t>
            </a:r>
          </a:p>
        </p:txBody>
      </p:sp>
    </p:spTree>
    <p:extLst>
      <p:ext uri="{BB962C8B-B14F-4D97-AF65-F5344CB8AC3E}">
        <p14:creationId xmlns:p14="http://schemas.microsoft.com/office/powerpoint/2010/main" val="88755238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03279-10DF-FC47-B9CB-3807B8F80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EDA and Classes – </a:t>
            </a:r>
            <a:r>
              <a:rPr lang="en-US" dirty="0" err="1"/>
              <a:t>DataFrame</a:t>
            </a:r>
            <a:r>
              <a:rPr lang="en-US" dirty="0"/>
              <a:t> Class Object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0F2DEA-975A-644C-A9B0-B0D3F2176D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rame 3">
            <a:extLst>
              <a:ext uri="{FF2B5EF4-FFF2-40B4-BE49-F238E27FC236}">
                <a16:creationId xmlns:a16="http://schemas.microsoft.com/office/drawing/2014/main" id="{3EEAADC4-51AD-3E40-8BF6-F0BEE67257BC}"/>
              </a:ext>
            </a:extLst>
          </p:cNvPr>
          <p:cNvSpPr/>
          <p:nvPr/>
        </p:nvSpPr>
        <p:spPr>
          <a:xfrm>
            <a:off x="1300163" y="1853754"/>
            <a:ext cx="9754691" cy="4175571"/>
          </a:xfrm>
          <a:prstGeom prst="frame">
            <a:avLst/>
          </a:prstGeom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8A4C78-2AEC-8844-9254-592651E03C49}"/>
              </a:ext>
            </a:extLst>
          </p:cNvPr>
          <p:cNvSpPr/>
          <p:nvPr/>
        </p:nvSpPr>
        <p:spPr>
          <a:xfrm>
            <a:off x="5966542" y="2589131"/>
            <a:ext cx="4388741" cy="2707264"/>
          </a:xfrm>
          <a:prstGeom prst="rect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Attributes:</a:t>
            </a:r>
          </a:p>
          <a:p>
            <a:pPr algn="ctr"/>
            <a:r>
              <a:rPr lang="en-US" sz="4000" dirty="0" err="1"/>
              <a:t>Dataframe</a:t>
            </a:r>
            <a:endParaRPr lang="en-US" sz="40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51F709-DDB9-1D40-9695-F53862D2CCB6}"/>
              </a:ext>
            </a:extLst>
          </p:cNvPr>
          <p:cNvSpPr/>
          <p:nvPr/>
        </p:nvSpPr>
        <p:spPr>
          <a:xfrm>
            <a:off x="2206831" y="2589132"/>
            <a:ext cx="3157649" cy="270726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Methods:</a:t>
            </a:r>
          </a:p>
          <a:p>
            <a:pPr algn="ctr"/>
            <a:r>
              <a:rPr lang="en-US" sz="4000" dirty="0" err="1"/>
              <a:t>Make_EDA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273009776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30989</TotalTime>
  <Words>3636</Words>
  <Application>Microsoft Macintosh PowerPoint</Application>
  <PresentationFormat>Widescreen</PresentationFormat>
  <Paragraphs>349</Paragraphs>
  <Slides>44</Slides>
  <Notes>1</Notes>
  <HiddenSlides>6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Arial</vt:lpstr>
      <vt:lpstr>Calibri</vt:lpstr>
      <vt:lpstr>Gill Sans MT</vt:lpstr>
      <vt:lpstr>Gallery</vt:lpstr>
      <vt:lpstr>We Get to Machine Learn again!!!!</vt:lpstr>
      <vt:lpstr>Trees</vt:lpstr>
      <vt:lpstr>Trees</vt:lpstr>
      <vt:lpstr>See the Forest for the Trees</vt:lpstr>
      <vt:lpstr>Tree Parts</vt:lpstr>
      <vt:lpstr>Building the Tree</vt:lpstr>
      <vt:lpstr>Criteria</vt:lpstr>
      <vt:lpstr>Scenario</vt:lpstr>
      <vt:lpstr>Gini</vt:lpstr>
      <vt:lpstr>Entropy</vt:lpstr>
      <vt:lpstr>Splitting Decision</vt:lpstr>
      <vt:lpstr>MoRe Splitting Decisions</vt:lpstr>
      <vt:lpstr>Woody Goodness</vt:lpstr>
      <vt:lpstr>Barky Badness</vt:lpstr>
      <vt:lpstr>Trees are Too Smart!</vt:lpstr>
      <vt:lpstr>Fits</vt:lpstr>
      <vt:lpstr>Overfitting A tree</vt:lpstr>
      <vt:lpstr>Variance Error – Tree that is Overfitted </vt:lpstr>
      <vt:lpstr>How can we Make Sure Models Fit Well?</vt:lpstr>
      <vt:lpstr>Making Better Trees - Hyperparameters</vt:lpstr>
      <vt:lpstr>HP Options</vt:lpstr>
      <vt:lpstr>So Many Parameters!</vt:lpstr>
      <vt:lpstr>Parameter world</vt:lpstr>
      <vt:lpstr>Tuning the Model with Hyperparameters</vt:lpstr>
      <vt:lpstr>Getting lost in the Trees</vt:lpstr>
      <vt:lpstr>Fighting the Overfit</vt:lpstr>
      <vt:lpstr>Housekeeping</vt:lpstr>
      <vt:lpstr>Regularization</vt:lpstr>
      <vt:lpstr>Regularized</vt:lpstr>
      <vt:lpstr>Cost Complexity Pruning</vt:lpstr>
      <vt:lpstr>PowerPoint Presentation</vt:lpstr>
      <vt:lpstr>PowerPoint Presentation</vt:lpstr>
      <vt:lpstr>PowerPoint Presentation</vt:lpstr>
      <vt:lpstr>Be More Alpha</vt:lpstr>
      <vt:lpstr>Keep it Regular(ized)</vt:lpstr>
      <vt:lpstr>Use some Trees</vt:lpstr>
      <vt:lpstr>General Notes</vt:lpstr>
      <vt:lpstr>PowerPoint Presentation</vt:lpstr>
      <vt:lpstr>Start the Semester off with a BanG!</vt:lpstr>
      <vt:lpstr>EDA and Classes</vt:lpstr>
      <vt:lpstr>EDA and Classes – DataFrame Class Object</vt:lpstr>
      <vt:lpstr>Using a Class - Dataframe</vt:lpstr>
      <vt:lpstr>We can Make A Class – for EDA</vt:lpstr>
      <vt:lpstr>EDA and Classes – DataFrame Class Object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Akeem Semper</dc:creator>
  <cp:lastModifiedBy>Akeem Semper</cp:lastModifiedBy>
  <cp:revision>51</cp:revision>
  <dcterms:created xsi:type="dcterms:W3CDTF">2022-01-01T00:47:46Z</dcterms:created>
  <dcterms:modified xsi:type="dcterms:W3CDTF">2026-01-15T21:51:13Z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2026-01-07T17:36:20Z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48786981-68eb-4dfb-83a9-a72a3e7a2bed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