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71" r:id="rId3"/>
    <p:sldId id="276" r:id="rId4"/>
    <p:sldId id="256" r:id="rId5"/>
    <p:sldId id="258" r:id="rId6"/>
    <p:sldId id="268" r:id="rId7"/>
    <p:sldId id="259" r:id="rId8"/>
    <p:sldId id="260" r:id="rId9"/>
    <p:sldId id="261" r:id="rId10"/>
    <p:sldId id="269" r:id="rId11"/>
    <p:sldId id="264" r:id="rId12"/>
    <p:sldId id="267" r:id="rId13"/>
    <p:sldId id="262" r:id="rId14"/>
    <p:sldId id="270" r:id="rId15"/>
    <p:sldId id="272" r:id="rId16"/>
    <p:sldId id="273" r:id="rId17"/>
    <p:sldId id="274" r:id="rId18"/>
    <p:sldId id="265" r:id="rId19"/>
    <p:sldId id="266" r:id="rId20"/>
    <p:sldId id="26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0"/>
    <p:restoredTop sz="94754"/>
  </p:normalViewPr>
  <p:slideViewPr>
    <p:cSldViewPr snapToGrid="0">
      <p:cViewPr varScale="1">
        <p:scale>
          <a:sx n="116" d="100"/>
          <a:sy n="116" d="100"/>
        </p:scale>
        <p:origin x="19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0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1184 1 24575,'-8'0'0,"-2"0"0,1 0 0,-1 0 0,2 0 0,1 0 0,-13 3 0,9-2 0,-16 6 0,18-3 0,-18 6 0,16-5 0,-26 12 0,26-12-6784,-29 19 6784,28-17-1365,-34 29 1365,33-27 0,-50 41 0,47-37-2042,-27 19 0,0-1 2042,24-19-1366,-29 26 0,0-1 1366,30-27 0,-27 33 0,1 3 0,27-31-710,-28 34 1,1 1 709,26-31 0,-29 35 0,1 1 0,28-34 0,-25 37 0,0 0 0,27-38 0,-18 33 0,1 0 0,20-34 0,-8 32 0,2 0 0,13-31 0,-4 33 0,3-1 0,6-32 0,2 33 0,2 0 0,-2-34 0,10 36 0,2-1 0,-9-33 0,12 33 0,1 1 0,-13-36 221,13 33 1,3-1-222,-12-32 0,32 70 0,-31-73 0,37 64 0,-36-67 0,51 62 0,-50-63 0,25 26 0,1 1 0,-24-26-222,27 26 1,1 0 221,-24-26 0,23 25 0,0 1 0,-23-24 0,23 21 0,0 1 0,-27-21 0,27 16 0,0-1 0,-27-18 1874,48 27-1874,-50-30 2957,13 4-2957,-20-8 0,0-5 0,-4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1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1616 24575,'-8'0'0,"4"3"0,-2-2 0,2 3 0,-4-4 0,4 3 0,-2-2 0,8 2 0,-1-6 0,6 2 0,-2-6 0,14-17 0,-14 12-6784,28-42 6784,-29 40-4537,32-54 4537,-31 53-1517,23-36 0,1-2 1517,-20 30-1015,28-51 1,2-2 1014,-25 49 0,18-34 0,12-22 0,-9 17 0,-10 25 0,17-32 0,12-21 0,-11 21 0,-16 32 0,12-16 0,11-15 0,-10 19 0,-15 25 423,38-45-423,-55 65 1587,9-6-1587,-7 5 0,11-8 0,-13 8 0,3 2 2969,-7 0-2969,3 3 4495,0-3-4495,2-1 0,1 1 0,28-31 0,-23 23 0,45-45 0,-47 47 0,28-31 0,-31 36 4824,7-15-4824,-9 21 1961,-4-8-1961,3 9 0,-7-2 0,4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2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24575,'3'8'0,"2"-1"0,-1 0 0,-1 1 0,4 6 0,-6-5-1064,9 8 1064,-9-9 0,6 3 0,-6-4 0,5 0-64,-2 4 64,1-3 0,5 6 0,-9-2 0,9-1 0,15 35 0,2 5 0,-7-22 0,28 58 0,0 0 789,-30-56-789,21 53 0,-1 0 339,-23-54-339,9 47 0,-3-1 0,-14-49 0,5 40 0,-1-1-6285,-9-41 6285,12 42 0,-14-49 0,4-8 0,-1 12-1514,-2-14 1514,2 3-264,-3-4 264,4 4 0,-4 1 0,4-1 5498,-1 0-5498,-2-1 0,2-1 0,-3 4 0,10 28 0,-7-22-4504,17 48 4504,-18-53-1247,25 52 1247,-20-47 0,24 48 0,-21-50-4030,17 40 4030,-17-44-1451,14 30 1451,-18-32 3310,10 16-3310,-14-18 1259,8 8-1259,-9-9 5573,6 6-5573,-7-6 3655,10 13-3655,-8-11 0,8 7 0,-9-10 0,2 0 0,0-2 0,-2 4 0,6-7 0,-6 8 0,2-9 0,-3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3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24575,'4'4'0,"2"3"0,-5 1 0,6-1 0,-6 3 0,5-2 0,-5 4 0,16 28 0,-14-25 0,24 51 0,-24-51 0,17 41 0,-18-43 0,4 50 0,-6-47-6784,-6 77 6784,4-74-2450,-5 41 2450,7-52 0,0 6 0,0-6-195,-3 3 195,2 3 0,-2-5 0,3 5 0,0-7 0,-3 1 0,2 2 0,-2-2 0,3 3 0,-13 46 0,9-38 0,-12 33 0,0-1 0,11-33 0,-28 65 0,30-68 0,-17 28 0,18-34 0,-4 2 0,6-8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3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24575,'7'0'0,"1"0"0,-1 3 0,1-2 0,-1 2 0,65 13 0,-49-11 0,61 7 0,4-2 0,-52-8 0,53 2 0,-2-1 0,-60-3 0,28-3 0,-5-1 0,-35-1 0,32-6 0,-37 7 0,14-6 0,-11 8 0,12-7 0,-12 8 0,11-3 0,-15 4 0,2 0 0,-8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4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74 657 24575,'-8'0'0,"4"3"0,-2-2 0,2 2 0,-4-3 0,1-6 0,3 1 0,1-6 0,3 4 0,0-1 0,-4-19 0,3 14-6784,-8-37 6784,7 36 0,-8-49 0,9 47-3826,-2-61 3826,6 60-3270,2-57 3270,2 59-485,7-42 485,-8 45 0,37-36 0,-31 39 0,34-11 0,5 1 0,-29 11 2371,68-16-2371,-80 16 0,20 0 0,-23 2 0,2 5 4203,1-3-4203,-2 1 1007,-1 2-1007,1-5 6784,-1 5-6784,1-2 0,-4-1 0,3 3 0,-3-5 0,3 5 0,-3-6 0,3 6 0,-6-2 0,2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5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31 24575,'-7'-3'0,"0"2"0,-1-3 0,1 1 0,0 2 0,-1-2 0,4 0 0,-32-2 0,25 1 0,-43 1 0,43 3 0,-16 10 0,19-8 0,-6 28 0,9-22 0,-5 35 0,9-30 0,-2 17 0,3-22 0,0 3 0,0-4 0,3 7 0,-2-5 0,2 28 0,-3-24 0,7 37 0,-5-38 0,14 41 0,-10-39 0,28 43 0,-21-47 0,34 29 0,-35-36 0,26 17 0,-28-18 0,24 17 0,-23-12 0,40 20 0,-37-21 0,23 11 0,-29-16 0,3 2 0,-7 0 0,3-2 0,-3 2 0,4-3 0,-1 0 0,7 4 0,-5-4 0,9 4 0,-13-8 0,11-13 0,-10 6 0,8-46 0,-10 40 0,-4-56 0,-4 58 0,-3-33 0,3 38 0,1-7 0,3 9 0,0 1 0,0 0 0,-7-4 0,5 2 0,-14-11 0,14 10 0,-15-21 0,12 24 0,-9-23 0,6 23 0,-2-14 0,5 13 0,-1-6 0,2 6 0,-4-3 0,4 3 0,-6 1 0,6 3 0,-7-3 0,4 6 0,-1-2 0,1 3 0,-4 0 0,3 0 0,-3 0 0,7-3 0,-6 2 0,9-6 0,-6 6 0,7-2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5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24575,'8'0'0,"-1"0"0,1 0 0,-1 0 0,1 0 0,-1 3 0,1 1 0,12 20 0,-9-12 0,20 41 0,-24-39 0,19 69 0,-23-64 0,6 35 0,-1 1 0,-7-34 0,1 34 0,-1-1 0,-1-35 0,0 67 0,0-70 0,0 40 0,0-44 0,0 18 0,-3-24 0,2 7 0,-6-13 0,7 4 0,-4-4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24575,'4'3'0,"3"-2"0,-3 2 0,0 0 0,3-2 0,-6 2 0,2-3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8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24575,'3'-8'0,"-2"1"0,3-1 0,-1 4 0,-2-2 0,2 1 0,-3-2 0,3-10 0,-2 7 0,3-14 0,-1 18 0,-2 2 0,5 9 0,-2 12 0,4-11 0,9 34 0,-10-27 0,13 51 0,-15-49 0,2 44 0,-3-49 0,-4 33 0,-4-35 0,0 21 0,0-22 0,-2 16 0,5-14 0,-2 18 0,3-16 0,-4 19 0,3-20 0,-2 24 0,3-23 0,0 20 0,0-22 0,0 8 0,0-9 0,0 9 0,0-8 0,0 12 0,0-12 0,0 11 0,0-11 0,0 12 0,0-9 0,-3 6 0,2-7 0,-9 16 0,5-12 0,-5 16 0,6-18 0,-3 10 0,6-13 0,-5 11 0,5-17 0,-2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29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24575,'-5'3'0,"2"1"0,3 4 0,0 2 0,0-1 0,0 21 0,0-18-8503,27 71 8503,-17-62-1409,21 33 0,2-2 1409,-18-34-1208,46 55 1208,-52-60 0,18 24 0,-27-28 3938,4 14-3938,-4-13 5889,-4 21-5889,4-21 0,-10 30 0,8-27 2702,-4 14-2702,6-17 0,-4 5 0,4-3 0,-4 2 0,-2 13 0,4-15 0,-8 22 0,9-38 0,1 11 0,1-20 0,6 5 0,-6 0 0,12-29 0,-7 23-6784,15-44 6784,-16 45-1502,25-47 1502,-21 45 0,38-59 0,-34 57 0,14-27 0,-17 34 0,-5 1 0,6-1 0,-3 2 0,-1 1 0,1-1 6040,-1 1-6040,0-4 0,1 6 2246,-1-5-2246,31-14 0,-27 12 0,56-32 0,-56 35 0,56-24 0,-52 30 0,56-14 0,-55 16 0,54 1 0,-55 1 0,42 16 0,-44-14 0,24 26 0,-30-21 0,16 32 0,-21-28 0,8 45 0,-10-43-6784,-3 53 6784,-1-56-2764,-10 48 2764,8-49-692,-17 43 692,20-40 0,-23 34 0,19-39 5072,-7 15-5072,1-16 3871,11 2-3871,-11-2 0,9 0 1297,0-3-1297,-3 0 0,3-1 0,0 0 0,-3-2 0,6 6 0,-5-7 0,-5 14 0,2-9 0,-5 9 0,10-6 0,-2-4 0,5 2 0,-2-5 0,3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612 0 24575,'0'11'0,"0"-3"0,0 6 0,0-6 0,0 3 0,-3-7 0,2 2 0,-5-5 0,-15 29 0,13-21 0,-44 55 0,40-49-3392,-21 23 0,0 0 3392,21-21-2269,-21 25 1,1 2 2268,20-26-1693,-25 32 1693,33-43 0,-2 0 0,-2 4 3398,3-3-3398,-4 3 0,5-7 0,-10 14 0,5-8 0,-5 6 0,7-6 0,-1-6 0,-2 6 0,5-1 0,-48 41 0,39-33 0,-49 43 0,52-53 2463,-16 19-2463,18-23 0,-5 6 0,10-5 369,-3-3-369,3 2 0,0-3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2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72 24575,'-7'4'0,"0"0"0,-4 6 0,3-2 0,-3 3 0,4-4 0,-1 1 0,-2 9 0,2-7 0,-3 23 0,7-21 0,4 41 0,1-38 0,2 22 0,0-23 0,1-5 0,1 5 0,-2-7 0,0-3 0,-2 3 0,6-3 0,-6 3 0,5 0 0,-5 1 0,6-1 0,20 40 0,-17-30-3392,19 24 0,-2 1 3392,-19-26-4537,45 50 4537,-44-52-837,38 32 837,-34-38 0,27 22 0,-29-28 0,23 12 0,-23-14 0,33 4 0,-34-8 0,53-6 0,-51 4 0,62-27 0,-58 27 2247,58-54-2247,-59 48 0,46-59 0,-49 56-2791,26-52 2791,-28 52-110,10-46 110,-15 48 0,5-41 0,-9 38 0,3-29 0,-4 31 0,-4-27 0,3 29 0,-12-42 0,11 37 0,-18-38 0,18 39 1360,-15-18-1360,16 32 4473,-6-1-4473,7 11 48,0 3 1,0-7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3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680 0 24575,'4'4'0,"3"0"0,-3 3 0,0 0 0,3-2 0,-7 1 0,7 11 0,-3-9 0,4 28 0,-4-28 0,2 16 0,-5-17 0,3 0 0,-4 1 0,0-1 0,0 0 0,0 17 0,0-12 0,0 41 0,0-38 0,-17 58 0,7-47-6784,-28 43 6784,26-47-2269,-25 23 1,-1 1 2268,24-20-1517,-43 37 0,-3 1 1517,41-35-1015,-53 39 1,-2 0 1014,46-41 0,-43 42 0,3-1 0,51-46 465,-22 31 1,6-2-466,29-35 0,-16 51 0,19-54 2042,-5 37-2042,5-38 3501,-3 25-3501,4-27 577,0 7 0,0-13 1,0-1-1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3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24575,'7'0'0,"1"0"0,-4 4 0,2 0 0,-5 3 0,29 63 0,-14-36 0,9 40 0,-1 3 0,-4-28 0,-6 25 0,-4 0 0,-4-30 0,-2 18 0,-1-2 0,-3-25 0,-3 65 0,1-80 0,-17 63 0,12-63 0,-26 66-6753,25-64 6753,-15 28 0,22-43-869,-6 7 869,6-5-337,-5 5 337,5-7 0,-2 1 0,-1-1 6160,4 0-6160,-7 1 0,6 6 0,-5-5 1263,5 5-1263,-15 29 0,12-27 0,-19 54 0,21-56 0,-8 16 0,10-27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4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24575,'7'0'0,"1"0"0,-1 0 0,-3 3 0,3-2 0,30 22 0,-24-15 0,76 32 0,-72-32 0,31 8 0,1-2 0,-32-12 0,47 11 0,-52-12 0,15 2 0,-19-3 0,0 0 0,-5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4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85 413 24575,'0'8'0,"0"-1"0,0 0 0,-4-3 0,4 3 0,-4-3 0,1 3 0,2 1 0,-2-1 0,0 10 0,2-7 0,-12 30 0,10-27 0,-16 31 0,10-30 0,-3 7 0,2-14 0,13-3 0,-6-8 0,10 4 0,20-40 0,-13 27-6784,36-67 6784,-41 62-2269,13-31 1,-1-2 2268,-12 30-1517,6-29 0,0 0 1517,-9 33-1786,14-50 1786,-14 54 2150,15-24-2150,-9 24 3214,3-2-3214,-1 2 4806,11-2-4806,-13 1 5971,21-6-5971,-27 11 0,22-5 0,-18 9 0,7-5 0,-9 10 0,-1-4 0,1 4 0,-1 3 0,1-2 0,-4 6 0,-1-6 0,-3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5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80 24575,'0'-8'0,"0"1"0,-4 3 0,0-6 0,-3 5 0,-4-9 0,3 9 0,-19-9 0,19 9 0,-28-2 0,32 7 0,-39 17 0,33-6 0,-36 42 0,34-37-6784,-18 63 6784,24-62-3646,-4 59 3646,10-61-66,0 32 66,0-37 0,7 10 0,-2-15 4946,6 5-4946,-4-6 0,11 3 0,-8-3 0,20 6 0,-22-5 5417,25 19-5417,-29-14 0,23 27 0,-25-25 133,15 25-133,-16-27 0,13 7 0,-9-13 0,9-4 0,-6-4 0,6-10 0,-9 4 0,8-30 0,-8 30-1097,3-20 1097,-5 26-512,-3-7 512,3 3 0,-2-3 0,3 4 0,-4-1 0,0 1 0,3-1 0,-2 1 0,2-4 0,-3-1 0,0 1-5537,3-40 5537,-2 34 362,2-37-362,-3 52 0,-3-1 0,2 11 0,-5 19 0,5-15 0,-9 41 0,9-38 6784,-6 21-6784,4-22 0,2-5 0,-2 5 0,-1 7 0,4-11 0,-7 34 0,6-31 0,-9 37 0,9-38 0,-12 41 0,8-42 0,-9 45 0,9-46 0,-5 40 0,9-38 0,-5 34 0,2-33 0,-1 20 0,2-24 0,3 5 0,0-10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6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0 24575,'-4'3'0,"0"1"0,4 4 0,0-1 0,0 0 0,0 1 0,-3-4 0,2 16 0,-2-13 0,-7 40 0,8-33 0,-21 55 0,20-52 0,-17 62 0,15-63 0,-9 54 0,9-56 0,-8 39 0,11-41 0,-7 25 0,8-27 0,-2 7 0,3-16 0,3-8 0,1-9 0,0 0 0,-1 2 0,-3 6 0,0 1 0,4 3 0,-3-6 0,2 5 0,-3-6 0,3-26 0,-2 22 0,2-19 0,-3 31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6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7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1 24575,'-4'7'0,"-3"1"0,7-1 0,-4 0 0,1 1 0,-1 2 0,-10 22 0,8-16-6784,-20 60 6784,22-57-2269,-15 38 1,0 3 2268,14-34-1517,-15 38 0,-1 0 1517,16-40-515,-13 28 0,0-1 515,14-34 2321,-22 49-2321,20-54 3673,-4 16-3673,6-21 5493,1-3-5493,2 3 3354,-2-3-3354,3 3 544,0 0-544,-3 1 0,5-4 0,-4-4 0,8-1 0,5-9 0,-5 5 0,7-2 0,-12 0 0,6 6 0,-3-6 0,7 0 0,-3-1 0,-1-3 0,30-30 0,-29 26-3392,27-32 0,0 0 3392,-26 26-2269,27-37 1,1-1 2268,-28 35-1517,24-32 0,0 1 1517,-22 32-2029,36-60 2029,-36 71 2029,7-24-2029,-12 38 3034,-5-1-3034,6 3 4537,-3 19-4537,0-8 0,3 30 0,-7-27 0,4 32 0,-4-37 6784,-3 34-6784,2-32 0,-3 26 0,4-26 0,-6 38 0,4-38-6784,-17 64 6784,15-61-4537,-25 75 4537,25-75-1041,-19 64 1041,21-66 0,-11 40 0,8-44 4021,-2 18-4021,0-21 6012,3 8-6012,0-8 2329,-3 8-2329,3-12 0,-6 25 0,5-22 0,-5 19 0,6-19 0,0 0 0,1-5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38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24575,'8'0'0,"-1"0"0,-3 3 0,3-2 0,-3 5 0,4-5 0,-1 6 0,1-6 0,-1 5 0,0-5-6784,37 32 6784,-27-26-2269,28 26 1,0 3 2268,-26-23-1517,37 32 0,0 2 1517,-34-27-1015,38 32 1,-1 1 1014,-41-33 0,37 30 0,0-1 0,-38-35 0,33 35 0,0 1 0,-32-34 0,26 44 0,-3 3 0,-24-35 0,15 49 0,-1 1 0,-18-48 0,6 61 0,-3 2 0,-10-58 0,-2 30 0,-2 21 0,-1-19 0,-2-25 0,-6 29 0,-4 20 0,2-21 0,3-29 0,-21 55 0,-1-5 0,20-62 0,-24 37 0,-1-1 0,21-44 800,-26 40-800,34-54 0,-6 10 0,5-4 2048,-3 5-2048,2-7 0,5-4 3439,-6 1-3439,7-1 5143,-7 1-5143,6-1 0,-5 4 0,2 0 0,0 4 3898,-3-4-3898,-18 73 1056,15-55-1056,-18 61 0,1 1 0,20-55 0,-9 27 0,-5 20 0,4-20 0,8-30 0,-12 59 0,-3-4 0,12-63 0,-7 41 0,0-2 0,12-43 0,-26 71 0,29-76 0,-29 50 0,29-52-6784,-29 39 6784,26-44-939,-33 31 939,27-36 0,-30 22 0,32-24 0,-33 21 0,32-20 0,-28 17 0,29-18 0,-22 8 0,22-6 6319,-19 0-6319,20 2 1404,-11-5-1404,13 6 0,-3-6 0,7 2 0,1-3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0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0 929 24575,'8'0'0,"-4"-4"0,3 4 0,-3-4 0,3 4 0,-3-3 0,6 2 0,9-6 0,-5 7 0,53-7 0,-48 6-3392,41-7 0,3 0 3392,-35 4-2269,56-9 1,0-2 2268,-50 8-1517,59-7 0,-1-1 1517,-63 5-1015,63-6 1,1 0 1014,-60 8 0,58-12 0,1 1 0,-57 13 0,49-14 0,-2-2 0,-53 13 0,48-13 0,-2 0 0,-49 14 0,36-13 0,-3 0 0,-44 13 938,61-29-938,-65 29 0,46-25 0,-44 29 0,45-29 0,-44 25 0,43-19 0,-47 18 320,46-19-320,-45 21 736,46-26-736,-43 25-1134,26-19 1134,-33 18 2454,16-9-2454,-17 10 3008,8-3-3008,-7 7 3278,4-6-3278,-6 5 0,5-2 6784,-9 0-6784,-1 6 0,-4-5 0,-7 1 0,-13-9 0,9 5 0,-25-15 0,28 17 0,-38-29 0,36 27-6784,-45-35 6784,48 32 0,-41-22 0,43 28 0,-18-11 0,29 16 0,0-2 0,9 3 6784,-4 3-6784,1-2 0,26 15 0,-20-12 0,56 25 0,-53-25-6784,57 29 6784,-60-29-3320,50 26 3320,-53-24-1730,46 18 1730,-51-15 0,44 8 0,-41-9 4283,25 6-4283,-28-6 4136,7 3-4136,-9-4 3415,0 1-3415,0-1 0,-4 10 0,0-7 0,-4 20 0,0-16 0,-3 21 0,0-25 0,-11 26 0,9-31 0,-41 45 0,34-40-3392,-25 22 0,-1-1 3392,24-19-2269,-29 24 1,-1 0 2268,29-26-1517,-26 26 0,0 0 1517,29-28-2029,-40 44 2029,45-47 2029,-10 21-2029,21-24 3034,-3 1-3034,10-4 1134,-3-2 0,0 3 0,-1 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2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70 492 24575,'-4'4'0,"0"-1"0,0 0 0,1 2 0,3 2 0,0 0 0,0 1 0,0-1 0,7 0 0,-6 1 0,16 6 0,-15-5 0,18 11 0,-14-14 0,15 20 0,-16-19 0,15 40 0,-17-33 0,10 65 0,-12-60-3392,-5 42 0,-3 2 3392,0-35-1513,-9 29 1,-6 20 0,3-14 1512,0-11-759,5 19 1,-3 28-1,0 3 1,5-24 758,-2 7-406,12-9 0,3 28 1,2 10-1,1-10 0,-1-26 406,4 13 206,3-7 0,2 15 0,-1-24-206,-2-31 0,-5-17 0,3 11 0,-6-15 1746,5-8-1746,-5-1 0,6 1 0,-7 0 0,7 0 0,-6 7 0,6 1 0,-7-2 0,14 56 0,-12-55 3200,11 60-3200,-12-70 4784,-1 12-4784,3-20 4325,-2-1-4325,6-3 1711,-3-3-1711,3 2 0,4-12 0,-6 7 0,22-22 0,-19 18 0,26-21 0,-24 24 0,57-29 0,-48 30-3392,43-17 0,1-2 3392,-38 16-2269,51-13 1,2 1 2268,-48 14-1517,57-10 0,1 1 1517,-55 12-677,27-7 1,18-5 0,-18 5 676,-24 5 0,23-2 0,26-3 0,2 0 0,-20 4 0,2 2 0,-12 1 0,24-4 0,16-1 0,10-1 0,2-1 0,-5 1 0,-12 2 0,-21 2 0,16-1 0,2 1 0,-26 2 0,18-2 0,12 0 0,9-1 0,6-1 0,2 1 0,-2 0 0,-5 0 0,-10 1 0,-13 2 0,-16 0 0,27 2 0,-2 1 0,-21-1 0,18 1 0,13-1 0,9 0 0,5 0 0,-1 0 0,-5 1 0,-9-1 0,-13 1 0,-20 0 0,16 1 0,-2 0 0,-8-1 0,22-1 0,13 0 0,5-1 0,0 0 0,-9 0 0,-16 0 0,-24 1 0,29-3 0,-7-2 0,24-3 0,-5-1 0,-35 2 0,-37 1 1014,20-4 1,-4-1-1015,-37 4 0,11 2 3034,-13 4-3034,-1 3 4537,-3-4-4537,19 0 0,-14 0 0,31-9 0,-28 10 0,25-13 0,-29 11 6784,25-23-6784,-22 7 0,10-26 0,-10 25-6784,0-52 6784,-6 55-2269,-1-42 1,-2-3 2268,2 39-1517,-2-47 0,0 0 1517,2 45-1015,-1-47 1,-3-1 1014,0 43 0,-1-40 0,-1 2 0,1 44 0,0-41 0,-1 0 0,2 42 0,0-43 0,0 0 0,0 46 103,0-35 0,0 2-103,0 37 1274,10-56-1274,-8 61 2463,15-34-2463,-15 35 3981,8-22-3981,-9 24 5096,2-7-5096,-3 9 2630,-3 4-2630,-2 1 734,1-1-734,-2 3 0,2-2 0,-23 0 0,8 2 0,-30-7 0,-4-2 0,18 7 0,-31-9 0,-21-4 0,17 2-957,13 2 957,-23-4 0,-31-7 0,-1 0 0,27 5-1593,4 1 1593,17 1 0,-24-6 0,-12-4 0,0 1 0,11 2 0,24 6-2086,-22-8 2086,26 9 0,-22-6 0,-14-3 0,-5-2 0,3 2 0,11 3 0,21 7-1077,4 3 1,-1 1 1076,0-1 0,-20-3 0,-13-3 0,-6 0 0,0-1 0,6 2 0,12 3 0,20 5 0,-3 1 0,1 3 0,-4-1 0,-21-3 0,-14-1 0,-2 0 0,4 1 0,15 3 0,24 2 0,-32 8 0,18 0 0,-27 2 0,-8 1 0,10 0 0,30 0 0,3 7 0,0 0 0,-22 3 0,2 1 0,28-4 671,25-4-671,-36 7 0,13 1 0,56-13 0,-10 1 1276,22-6-1276,11-3 2059,-8 2-2059,17-2 2783,-17 3-2783,8-3 0,-18 5 0,3-1 0,-10 3 0,0 6 0,-1-5 0,-29 25 0,23-21-6784,-62 43 6784,58-44-2269,-38 21 1,0 1 2268,33-20-1517,-54 23 0,-2-1 1517,50-20-1015,-50 23 1,1 0 1014,56-26 254,-33 22 0,4 0-254,38-21 2087,-49 34-2087,53-37 3314,-22 16-3314,23-21 0,-3 4 0,4-6 0,-36 3 0,23-2 0,-73 2 0,70-3-552,-29 2 1,1 0 551,32-1 257,-50 8-257,57-7 0,-8 5 0,17-7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4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158 134 24575,'-3'4'0,"2"2"0,-2-2 0,3 4 0,0-1 0,0 1 0,-3 25 0,-2-19-6784,-2 65 6784,3-60-2269,-3 44 1,1 1 2268,3-38-1517,-8 57 0,-2 1 1517,6-55-1015,-9 54 1,0 0 1014,9-54 0,-6 43 0,0-1 0,7-44 1000,0 28 0,1-3-1000,2-36 3019,10 28-3019,-2-40 4515,5-1-4515,-2-3 0,9-10 0,-7 4 0,41-41 0,-35 35-2236,24-37 1,0-3 2235,-23 33-1517,24-48 0,-2-1 1517,-23 44-1015,17-43 1,-1 0 1014,-18 44 0,13-32 0,-2 2 0,-16 35 253,38-55-253,-42 58 0,39-45 0,-39 46 0,34-50 0,-34 49 433,32-52-433,-30 55 661,11-28-661,-12 39 2696,-5-9-2696,6 9 4032,-6-6-4032,5 3 4379,-2 0-4379,1-3 0,1 7 3930,-5-7-3930,9 3 0,-5 0 0,2 4 0,0 4 0,1 26 0,-3-17-6784,5 70 6784,-10-63-2269,-2 37 1,-2 2 2268,-2-35-1517,-6 38 0,0-1 1517,6-35-1015,-9 41 1,0 1 1014,8-44 0,-11 54 0,-1 0 0,11-50 0,-11 51 0,2-1 0,13-53 1002,-8 33 0,1-2-1002,9-40 3022,-1 24-3022,7-37 4518,0-6-4518,3 2 0,27-25 0,-19 20 0,65-51 0,-65 46-2241,28-23 1,0 1 2240,-29 21-3034,59-54 3034,-58 54-532,39-45 532,-42 48 0,22-31 0,-28 33 2770,18-24-2770,-19 21 4142,13-21-4142,-7 20 0,4-19 0,-6 20 1191,7-21-1191,-13 20 0,20-29 0,-20 27 0,21-34 0,-19 38 0,16-41 0,-15 40 0,14-50 0,-18 45 0,15-59 0,-15 54 0,7-51 0,-8 53 0,3-36 0,-4 42 0,3-29 0,-2 30 6784,5-32-6784,-5 29 0,6-36 0,-6 37 0,12-34 0,-11 35 0,8-16 0,-6 24 0,-3 7 0,2 2 0,-3 6 0,-3 19 0,2-10 0,-9 54 0,8-49 0,-7 35 0,-1 0 0,6-32 0,-11 54 0,-1 1 0,12-47 0,-10 49 0,0 0 0,8-53 0,-4 39 0,0-2 0,4-45 0,-7 69 0,12-79 0,-2 33 0,3-37 0,0 14 0,0-15 0,0 8 0,0-9 0,3 3 0,-2-4 0,3 1 0,-1-4 0,-2 2 0,2-5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5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15 8191,'-7'-3'0,"-11"2"5063,9-6-5063,-9 6 0,11-2 2818,0 3-2818,-1 0 1719,1 0-1719,0 0 6784,-1 0-6784,-16 3 0,13 2 0,-39 22 0,36-15 0,-33 41 0,37-39 0,-14 39 0,19-41 0,-1 29 0,6-31 0,6 24 0,-4-24 0,18 21 0,-14-21 0,22 17 0,-18-21 0,7 11 0,-9-17 0,-4 7 0,-1-3 0,-3 3 0,0 1 0,0-1 0,-3 14 0,2-11 0,-2 27 0,3-25 0,3 21 0,-2-23 0,5 4 0,-1-11 0,2-3 0,7 0 0,-5 0 0,35-6 0,-29 4 0,62-18 0,-59 17 0,62-30 0,-64 24 0,48-31 0,-51 25-6784,24-24 6784,-27 25-604,10-26 604,-14 27 0,7-37 0,-12 36 0,2-20 0,-6 26 0,2-3 0,-2 4 0,0-1 0,2 1 0,-2-1 0,-1 1 0,4 0 6486,-7-1-6486,-7-19 902,4 11-902,-17-22 0,21 25 0,-20-8 0,19 16 0,-10-2 0,13 10 0,-3 5 0,6 0 0,-2 3 0,3-4 0,3 10 0,-2-10 0,3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233 887 24575,'-3'-4'0,"2"-3"0,-6 6 0,3-2 0,-3 3 0,-1 0 0,1 0 0,-26 7 0,19-6-6784,-46 22 6784,49-15-4159,-35 35 4159,39-33 0,-14 39 0,17-40 0,4 24 0,5-27 4724,2 4-4724,-3-7 6219,3-2-6219,-3 2 0,3-3 0,1 0 0,-1 0 0,27-10 0,-16 5-6784,50-26 6784,-49 19-2269,21-17 1,0-2 2268,-22 14-1517,19-28 0,-1 0 1517,-21 29-1015,6-32 1,-2 0 1014,-13 33 0,14-79 0,-14 76 0,14-72 0,-10 72 902,10-69-902,-11 70 0,6-67 0,-8 68 0,0-65 0,1 65 1538,-1-55-1538,-2 57 3237,1-36-3237,-5 38 0,2-12 4841,-3 17-4841,0-1 3296,0 1-3296,4 2 2570,-4-1-2570,4 8 0,-4-1 0,0 6-6784,-18 71 6784,13-53-2269,-18 68 1,-2 4 2268,17-58-1012,-9 28 1,-8 20 0,6-21 1011,8-31-677,-7 24 1,-5 18 0,5-20 676,8-28 853,-6 22 1,1-5-854,11-31 0,0 1 0,-3-2 0,6-3 2874,-2-3-2874,0-1 0,2 4 0,-2-3 4034,-1 6-4034,4-6 0,-4 2 0,4-2 6295,-3-1-6295,-4 40 0,2-30 1057,-2 49-1057,7-53 0,4 10 0,0-19 0,0-4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6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 24575,'4'-3'0,"3"-1"0,-3-4 0,4 4 0,-1 1 0,1 3 0,6 0 0,-5 0 0,18 0 0,-19-4 0,32 3 0,-28-5 0,46 2 0,-40 0 0,20 0 0,-31 4 0,1 0 0,2 0 0,-1 0 0,-2-3 0,6-1 0,-7 0 0,15-10 0,-12 12 0,5-15 0,-10 12 0,0-6 0,-4 4 0,-20-4 0,12 6 0,-39-8 0,34 11 0,-30-4 0,32 6 0,-23 6 0,24-4 0,-17 24 0,18-18 0,-2 16 0,8 16 0,3-24 0,20 57 0,-15-58 0,31 42 0,-25-39 0,10 4 0,-6-9 0,-10-9 0,4 0 0,-4-1 0,-1 1 0,2-4 0,-1 4 0,2-4 0,10 6 0,-7-1 0,18 9 0,-18-9 0,24 8 0,-23-11 0,27 8 0,-18-10 0,10 4 0,-7-4 0,-12 0 0,-4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0 24575,'-4'3'0,"-3"1"0,7 4 0,-7-1 0,6 1 0,-2-1 0,3 0 0,-3 1 0,2-1 0,-2 23 0,3-17 0,0 37 0,0-37 0,0 33 0,0-33 0,0 40 0,0-39 0,-10 59 0,7-56-3392,-7 33 0,1 2 3392,6-27-2269,-7 39 1,-1 3 2268,8-37-1517,-7 46 0,-1 0 1517,9-46-1015,-8 44 1,0-2 1014,7-49 0,-3 29 0,-1-2 0,7-34 2029,-4 34-2029,1-44 3034,-1 7-3034,0-9 1134,-3 0 0,6 0 0,-2-1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9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774 142 24575,'-5'-3'0,"-1"-1"0,5-4 0,-5 1 0,1 0 0,-2-1 0,0 1 0,-1-1 0,-15-9 0,11 10 0,-44-19 0,40 19 0,-40-10 0,44 12 0,-15-1 0,19 5 0,-3-2 0,4 3 0,-4 3 0,3-2 0,-29 28 0,23-19 0,-19 20 0,-11 20-3392,11-1 0,-3 2 3392,4-10 0,-2 3-2269,-18 40 1,6-6 2268,20-39-1517,-8 32 0,5-4 1517,20-44-1015,-4 29 1,3-2 1014,10-34 1713,7 40-1713,-6-44 0,6 12 0,-4-20 2877,-2 2-2877,6-5 4303,-6 6-4303,5-6 0,8 21 0,-4-17 0,24 28 0,-22-26 6434,19 10-6434,-26-10 0,9-3 0,-13 0 0,2-4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9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24575,'8'-7'0,"-1"2"0,7-1 0,-5 5 0,5-2 0,4 3 0,-8 0 0,37 16 0,-32-9-6784,72 33 6784,-64-31-2269,31 10 1,0-1 2268,-31-12-1517,33 6 0,-2 0 1517,-33-6-881,76 7 881,-80-13 2598,46 4-2598,-50-4 971,27 0 0,-32 0 0,8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49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24575,'4'7'0,"-1"0"0,-3 1 0,0 2 0,0-1 0,0 1 0,0-2 0,-3 19 0,2-15 0,-5 35 0,5-35 0,-6 31 0,3-31 0,0 21 0,1-23 0,3 4 0,0-11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0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24575,'3'4'0,"5"-1"0,0-6 0,3 2 0,-4-2 0,4-4 0,-3 6 0,3-16 0,-7 14 0,-1-6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1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 24575,'0'7'0,"0"7"0,0-5 0,0 5 0,0-3 0,0-3 0,0 38 0,0-26 0,-2 29 0,-1 10 0,-1 31 0,-2 0 0,5-30 0,2-9 0,0-30 0,2 52 0,-3-60 0,0 34 0,0-36 0,0 19 0,-3-23 0,-1 22 0,-4-25 0,-2 26 0,5-24 0,-18 18 0,16-15 0,-30 15 0,25-14 0,-21 13 0,26-17 0,-6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2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24575,'7'4'0,"1"0"0,-1-1 0,1 1 0,-1 0 0,4 3 0,-3-7 0,0 7 0,-2-6 0,-1 2 0,2-3 0,-3 3 0,3 1 0,-3 0 0,3 0 0,4-1 0,-2-2 0,5 2 0,-6-3 0,3 0 0,-4 0 0,7 0 0,-5 0 0,12-3 0,-12 2 0,5-2 0,-6 3 0,9 0 0,-7 0 0,41 3 0,-35-2-6784,82 10 6784,-67-9 0,40 6 0,28-5-4537,-9-8 4537,-38 6 0,-1-1 0,36-10 0,-78 9 0,14-2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2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380 0 24575,'-8'0'0,"1"0"0,3 4 0,-3-3 0,3 2 0,0 0 0,-2-2 0,2 2 0,-7 4 0,3-2 0,-26 18 0,8-2-6784,-40 41 6784,37-38-2269,-4 19 1,3-1 2268,17-25 0,-31 63 0,37-61-1635,-16 54 1635,21-57-578,-7 50 578,11-52 0,2 39 0,5-40 0,8 40 0,-11-39 0,17 49 0,-20-49 0,14 23 0,-16-29 0,2-1 3440,-3 0-3440,3 1 5145,-2-1-5145,3 1 3374,-4-1-3374,0 4 0,3-3 0,4 16 0,-2-17 0,2 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3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4 24575,'5'-3'0,"1"2"0,-5 1 0,6 1 0,-7 5 0,10 15 0,-8-10 0,8 39 0,-9-36 0,5 39 0,-5-40 0,-1 40 0,0-39 0,-17 52 0,14-50-6784,-20 50 6784,17-52-2090,-14 43 2090,14-44 0,-14 43 0,18-42-3844,-21 49 3844,20-48-1608,-24 48 1608,24-49 2269,-23 49-2269,19-52 0,-6 25 929,9-31-929,1-1 1158,2 2 0,-2-5 0,3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5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24575,'8'0'0,"-1"0"0,1 0 0,-1 0 0,1 0 0,-1 0 0,1 0 0,-1 0 0,24 0 0,-18 0 0,21 0 0,58 0-571,-57 0 571,42 4 0,27 3 0,-17-1-1539,-6-2 1539,-9 2 0,25 2 0,10 1 0,-7-1 0,-24-3-938,-21-2 0,0-1 938,28 4 0,26 2 0,7 2 0,-10-2 0,-29-2 0,-1-1 0,5 1 0,26 4 0,3 1 0,-20-1-2732,-22 2 0,-5-1 2732,31 0 0,1 2-1721,-15 6 0,-18-2 1721,-41-13-198,67 21 198,-73-24 0,25 9 0,-31-9 841,5 2-841,-6-3 4077,-1 7-4077,1-5 6097,6 14-6097,-5-14 0,15 18 0,-17-14 0,19 18 0,-22-15 2075,19 18-2075,-17-17 0,14 14 0,-14-15 0,24 11 0,-25-11 0,38 9 0,-37-10 0,34 2 0,-33-5 0,31 4 0,-27-4 0,16 3 0,-18-2 0,5-5 0,-6 2 0,6-3 0,-5 0 0,1 0 0,-2 0 0,-1 0 0,11-6 0,-12 1 0,14-9 0,-18 5 0,5-5 0,-7 6 0,0-9 0,0 7 0,-7-10 0,2 11 0,-12-16 0,11 16 0,-20-29 0,22 26 0,-29-39 0,26 38 0,-27-41 0,27 41 0,-16-31 0,21 33 0,-8-23 0,10 23 0,-7-16 0,9 21 0,-1-4 0,7 10 0,22 10 0,-13-4 0,48 30 0,-33-16 0,48 32 0,-50-37 0,37 28 0,-53-38 0,23 24 0,-28-23 0,5 8 0,-10-7 0,0 4 0,-4-3 0,0 3 0,0-4 0,-4 7 0,4-5 0,-17 21 0,14-18 0,-20 25 0,14-27 0,-6 14 0,-15 4 0,1 4 0,-2-4 0,-6 4 0,30-25 0,-26 13 0,26-15 0,-23 12 0,20-15 0,-24 11 0,23-12 0,-29 9 0,28-8 0,-28 11 0,32-8 0,-28 12 0,32-8 0,-26 11 0,24-14 0,-12 7 0,14-12 0,1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8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381 183 24575,'-7'0'0,"-4"6"0,3-4 0,-3 4 0,4-2 0,0-4 0,2 7 0,-1-6 0,2 9 0,-4-9 0,4 9 0,1-6 0,3 3 0,0 4 0,0 4 0,0-3 0,-3 32 0,2-30 0,-12 85 0,10-76 0,-8 47 0,-1 2 0,9-43 0,-12 65 0,-3 4 0,10-56 0,-6 31 0,-5 21 0,4-21-6784,5-29 6784,-4 17 0,-2 8 0,3-15 0,1 0 0,-1 9 0,0 2 0,-1-2 0,0 4 0,-1 26 0,4-15 0,8-50 0,-3 46 0,-1-2 6784,7-47-6784,-2 41 0,0 0 0,2-45 0,4 75 0,0-84-1675,0 28 1675,-1-36 0,-3 3 0,0 0 0,0 1 0,0-1 0,0 1 0,0-1 1675,0 0-1675,0 1 0,0 2 0,4-5 0,-4 5 0,7-9 0,-3 5 0,4-5 0,19 12 0,-15-10-3392,37 14 0,4 3 3392,-27-9 0,31 6 0,28 9 0,5 1 0,-21-7-1902,4 4 1902,-12-7 0,24 5 0,16 4 0,6 1 0,-3-1 0,-12-3 0,-20-5 0,-1 0 0,1 0 0,-2-1 0,21 4 0,14 4 0,6 0 0,0 1 0,-8-3 0,-14-3 0,-21-5-1954,-4-1 1,-5-1 1953,28 6 0,21 6 0,-7-2 0,-36-11-2312,-40-11 2312,7 9 0,33 0 0,-32-3-489,30 8 489,-46-14 0,13 4 0,-13-2 1473,6-2-1473,-1 2 0,-5 0 2626,6-2-2626,-2 6 0,-4-7 4550,4 7-4550,38-1 0,4 0 3751,-22 3-3751,60 1 0,-3-2 2788,-64-3-2788,57 5 0,1 0 206,-55-7-206,28 6 0,19 3 0,-18-2 0,-24-6 0,37 7 0,25 3 0,-22-4-701,-24-5 701,18 2 0,31 3 0,1 0 0,-26-3 0,3-3 0,1 1 0,28 2 0,-1-1 0,-32-1 0,-18-4 0,7 2 0,24 0 0,-1 0 0,-26 0 0,-15-2 0,22 4 0,31 2 0,1 2 0,-26-3 0,-7-1 0,9 3 0,28 4 0,0-1 0,-30-3 0,-17-4 0,16 3 0,18 3 0,-25-3 0,-40-5 0,32 2 0,-2 0 0,-41-4 0,46-3 0,-55 2 0,38-13 0,-35 12 0,55-18 0,-50 14-6083,68-15 6083,-63 12-102,62-8 102,-53 9-4503,46-3 4503,-51 3-2324,48 4 2324,-60 1 0,32 1 0,2 1 0,-30 0-1104,49-3 0,2 1 1104,-46 2 0,60-1 0,0 1 0,-57 1-232,64 1 1,-1 1 231,-62-1 0,62 4 0,-2 0 0,-61-3 0,47 1 0,-1 0 0,-53-3 0,29-1 0,-2-1 0,-33 1 2001,48-9-2001,-51 8 3020,21-11-3020,-26 8 4515,0-6-4515,-2 4 6753,-5-1-6753,6-9 0,-6 0 0,2-2 0,4-41 0,-6 41-3345,6-36 1,0 0 3344,-6 30-2269,7-47 1,2-1 2268,-4 42-1517,11-62 0,0-2 1517,-9 59-677,7-31 1,5-21 0,-6 18 676,-7 27 0,12-27 0,8-22 0,-7 20 0,-10 22 0,11-23 0,7-20 0,-8 19 0,-12 23 0,6-13 0,4-15 0,-5 19 0,-10 28 0,8-48 0,-2 2 0,-7 48 0,0-40 0,-1 3 0,-2 47 786,-2-74-786,3 78 1728,0-54-1728,0 55 0,0-52 0,0 52 0,0-59 0,0 57 0,-3-57 0,2 60 0,-2-50 0,3 50 2107,0-54-2107,0 53 2115,0-46-2115,0 49-2832,0-32 2832,0 32 0,0-12 3963,0 17-3963,3-1 1601,-2 1-1601,2-1 132,-3 1-132,0-1 0,0 1 0,0-1 0,0-16 0,0 13 6784,-3-13-6784,2 16 0,-5 4 0,1 1 0,-5 3 0,-15-7 0,10 5 0,-12-4 0,-41-8 0,-7 0-972,20 8 972,-14-3 0,-25-3 0,-8-1 0,7 3-2154,0 1 0,3 2 0,0 0 2154,-1 0 0,0 0 0,-6 0 0,15 0 0,-9-2 0,0 1 0,10 0 0,21 3-125,-9 1 125,1-1 0,-22-1 0,2 0 0,28 2 0,24 3 0,-59-2 0,5 0 644,67 2-644,-55-1 0,0 0 6719,53 2-6719,-38 0 0,-25 0 0,18 0-474,19 0 474,-20 0 0,-29 0 0,-1 0 0,26 0 0,4 0 0,-8 0 0,-28 0 0,1 0 0,31 0 0,22 0 0,-35-3 0,-26-3 0,28 1 0,44 2 0,-33-6 0,-24-2 0,25 3 0,31 5 0,-21-4 0,-16-1 0,20 3 0,31 3 0,-34-2 0,3 1 670,45 3-670,-59 10 0,61-7 0,-58 23 0,47-19-6784,-56 24 6784,56-22-2269,-37 6 1,-1-1 2268,36-4-1517,-63 2 0,-2-2 1517,60-5-677,-30 0 1,-18 0 0,17-1 676,27-2 0,-58 2 0,4 0 0,65-4 0,-40 0 0,2 0 0,44 0 874,-72 6-874,75-4 0,-59 14 0,61-13 0,-25 10 0,32-12 0,-39 18 0,30-14 0,-75 21 0,76-21 0,-69 9 0,73-10 1752,-61 3-1752,57-6 0,-53 2 0,54-3 0,-61 3 0,59-2 0,-79 6 0,76-6-591,-45-1 0,-3 0 591,41-1 0,-59-7 0,-2-1 0,55 6-722,-53-10 0,1-1 722,56 11 0,-41-9 0,0 1 0,45 8 0,-27-4 0,1 1 0,31 5 1338,-56-5-1338,60 5 0,-50 1 0,52 0 0,-39 10 0,41-5 2692,-25 6-2692,27-4 4025,-11 1-4025,13-4 6019,-2 2-6019,2-5 2310,-6 6-2310,5-7 0,-31 10 0,26-8-6784,-82 8 6784,73-9-2269,-50 0 1,-3 1 2268,45-2-1517,-41 0 0,0 0 1517,45 0-1015,-29-5 1,2 0 1014,32 2 507,-51-10 0,64 12 1,-14-2-1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8:59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0 24575,'-4'8'0,"1"-1"0,-1 0 0,3 1 0,-2-1 0,0 1 0,2-1 0,-2 0 0,-10 27 0,9-20 0,-18 49 0,16-48 0,-5 31 0,8-36 0,0 20 0,2-19-6784,-16 42 6784,14-37-4537,-30 67 4537,25-65-1517,-12 40 0,0 2 1517,12-35-1015,-9 38 1,1-1 1014,10-39 0,-8 32 0,1 0 0,6-31 0,-6 30 0,0-3 0,6-35 2023,-13 62-2023,15-67 3030,-8 36-3030,11-37 1133,-4 14 0,6-19 0,0 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00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31 24575,'10'-8'0,"-1"4"0,2 1 0,-4-1 0,0 4 0,1-4 0,-1 1 0,14 2 0,-10-2 0,59 13 0,-36-1-6784,26 5 6784,-36-3-1206,-12-4 1206,-4 1 0,9 9 0,-2 19 0,2-12-4137,0 62 4137,-12-66 0,-2 79 0,-3-81 0,-13 71 0,10-71-2228,-33 58 2228,27-62-1887,-48 39 1887,42-44 0,-54 27 0,53-33 0,-57 24 0,58-24 649,-48 20-649,49-21 2177,-26 15-2177,31-12 3499,-22 2-3499,21-4 0,-11-3 0,14 0 5231,-1 0-5231,1 0 4686,0 0-4686,-1 0 0,1 0 0,0 0 0,-4 0 0,3 0 0,-3 0 0,4 0 0,-1-3 0,-42-5 0,32 4-6784,-64-10 6784,66 13 0,-44-13 0,48 13 0,-22-13 0,25 13 0,-1-6 0,6 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00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0 24575,'-3'20'0,"2"-3"0,-2-10 0,-4 4 0,6 0 0,-9 1 0,-11 28 0,10-28-8503,-46 69 8503,42-65-1409,-26 34 0,-1 2 1409,24-32-1517,-25 27 0,0-1 1517,27-33-101,-34 39 1,44-49 0,-4 10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01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0 120 24575,'0'-7'0,"4"3"0,-3-3 0,2 3 0,0 0 0,1-3 0,0 3 0,10-23 0,-12 14 0,11-14 0,-12 19 0,3 4 0,-4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02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207 368 8191,'-5'3'0,"2"1"5063,0 3-5063,-1 1 0,0-1 0,-3 0 0,6 1 2818,-2-1-2818,0 4 0,2-3 0,-15 39 0,12-31 0,-22 57 0,23-58 0,-23 44 0,22-45 0,-25 32 0,22-34 0,-17 18 0,16-24 1719,-3 7-1719,7-16 6784,1 3-6784,-1-8 0,3 1 0,-2-1 0,3-3 0,0 3 0,0-6 0,0 6 0,4 0 0,-4 2 0,7 1 0,-3 1 0,0-2 0,0 1 0,2-2 0,-4 0 0,14-8 0,-13 6 0,24-25 0,-23 22-1045,16-12 1045,-20 17 0,4 3 0,-1 0 0,1-3 0,0 3 0,0-3 0,-1-1 0,1 1 0,0-4 0,3 3 0,0-10 0,-2 9 1045,5-2-1045,14-38 0,-5 27-3392,6-22 0,-1-1 3392,-5 25-4537,35-52 4537,-43 60-358,46-42 358,-48 42-2915,35-22 2915,-33 28 1474,27-21-1474,-27 24 3646,26-24-3646,-26 24 448,17-17-448,-19 18 0,2-1 0,-5 4 5674,-5 5-5674,12 12 3352,-10-8-3352,13 37 0,-14-33 0,5 19 0,-11 1 0,4-20 0,-17 42 0,11-42 0,-31 36 0,8-28 0,-2 4 0,1-13 0,24-10 0,-7-2 0,9 2 0,-4-6 0,4-1 0,-2 0 0,-5-13 0,-4 1 0,-1-1 0,2 0 0,10 20 0,1-2 0,3 3 0,0-1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03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0 448 24575,'8'0'0,"6"0"0,-5 0 0,5 0 0,-6 0 0,-1 0 0,1 0 0,-1 0 0,1 0 0,9 0 0,-7 0 0,17 0 0,-17 0 0,24 0 0,-22 0 0,35-3 0,-34-1 0,51-10 0,-48 8 0,58-27 0,-59 27 0,46-50 0,-49 47-6784,19-64 6784,-23 60-2118,-3-68 2118,-3 65 0,-18-51 0,9 57-32,-30-30 32,25 37 0,-38-11 0,40 18 0,-42 19 0,42-10 0,-37 50 0,39-47-1913,-9 34 1,1 2 1912,13-29 0,-4 38 0,1 1 0,6-40-807,3 30 1,1-1 806,-3-34-2012,19 69 2012,-13-72 1999,17 58-1999,-15-61 0,8 33 0,-12-35 0,9 15 0,-9-15 0,22 25 0,-15-25 0,32 33 0,-32-37 0,39 31 0,-35-28 0,39 25 0,-42-22 755,30 16 0,-38-21 0,11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24575,'7'7'0,"-3"1"0,3-4 0,-6 2-8503,5-5 8503,-1 9-2818,55 47 2818,-39-33-27,34 30 0,10 11 27,-18-12 0,-3-1 0,-3-10 0,3 3 0,7 15 0,5 8 0,-14-17 0,-16-18 0,16 21 0,14 15 0,-15-15 4510,-19-20-4510,13 16 0,9 16 0,-8-14 0,-6-12 0,16 32 0,0-4 0,-20-38-2228,20 25 0,-3-3 2228,-27-32-1517,36 31 0,2 0 1517,-37-32-1015,44 31 1,2-1 1014,-40-30 0,43 26 0,1-1 0,-44-27 0,31 17 0,-1-2 0,-37-22 0,48 32 0,-51-37 2029,24 21-2029,-30-21 3034,23 13-3034,-26-10 4537,16-1-4537,-16-3 6784,3-1-6784,1-2 0,-4 5 0,2-5 0,-1 2 0,-1 1 0,2-4 0,-1 7-6784,55 23 6784,-39-16-2269,40 18 1,2 1 2268,-36-18-1517,39 18 0,-2 0 1517,-39-19-1015,57 27 1,2 0 1014,-52-25 1014,20 9 1,7 4-1015,-12-5 0,1 1 0,14 7 0,2 1 0,-4-1 0,2 0 0,29 12 0,-13-7 0,-50-23 0,32 12 0,-2 0 0,-40-15-829,69 23 829,-71-28 1807,55 20-1807,-57-22 2654,47 19-2654,-47-18 0,50 16 0,-50-15-1957,60 13 1957,-57-13-1617,47 11 1617,-52-12 548,19 5-548,-23-9 3334,6 5-3334,-5-5 4497,8 6-4497,-11-3 5918,20 0-5918,-18-1 0,26 4 0,-23-6 0,29 9 0,-27-9 0,37 9 0,-36-9 0,36 9 0,-37-9 0,27 6 0,-32-10 0,8 2 0,-19-6 0,-21-27 0,12 23 0,-18-29 0,-1 15-6784,-12-18 6784,6 13-1761,0-19 1761,29 43-281,-6-37 281,9 34 0,-5-25 0,10 24 5772,-7-20-5772,6 19 2571,-2-20-2571,6 25 483,1-8-483,1 18 0,18 6 0,-12-1 0,51 22 0,-39-20-6784,65 36 6784,-64-37-4537,58 39 4537,-67-40 0,41 34 0,-44-28-3034,37 36 3034,-34-34 1991,33 43-1991,-36-46 3055,32 36-3055,-36-39 0,16 19 0,-20-24 5534,0 7-5534,-1-9 2147,-3 4-2147,0-1 1628,0 0-1628,-3-3 0,2 3 0,-2-3 0,-1 0 0,0-1 0,0 1 0,-2-3 0,-2 5 0,0-5 0,-16 9 0,14-9 0,-43 16 0,40-11 0,-69 11 0,68-9-6784,-76 9 6784,73-11-4537,-66 20 4537,67-22-3034,-67 29 3034,66-29-1549,-52 25 1549,55-25 0,-42 19 0,42-21 1638,-42 21-1638,42-20 2537,-32 20-2537,34-20 0,-25 20 0,27-20 0,-30 23 0,31-19 4011,-31 13-4011,33-15 4321,-14 5-4321,17-6 1729,-2 0-1729,5 3 1162,-6-7-1162,3 4 506,-10 2-506,5-4 0,-11 14 0,11-13 0,-8 13 0,12-11 0,-8 6 0,11-7 0,-4-1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549 34 24575,'-3'-4'0,"2"-3"0,-5 6 0,5-8 0,-6 7 0,3-5 0,0 4 0,-3 2 0,3 1 0,-3 1 0,-27 15 0,24-9-6784,-56 26 6784,51-21-2269,-30 17 1,0 2 2268,25-15-1517,-33 34 0,1 0 1517,36-31-1015,-29 40 1,1 1 1014,28-42 1215,-24 68-1215,36-73 2390,7 37-2390,2-41 0,29 40 0,-24-39 0,57 43 0,-54-40 0,57 34 0,-55-39 0,38 28 0,-40-28 3814,31 19-3814,-36-18 0,15 1 5704,-22-3-5704,3-3 0,-4 3 660,0 1 1,0-4-1,0-1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5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24575,'8'-3'0,"-1"2"0,1-6 0,-1 6 0,0-2 0,1 3 0,-1 0 0,1 0 0,-1-3 0,1 2 0,-1-2 0,1 3 0,12 0 0,45 0 0,-30 0 0,22-2 0,-3 0 0,-34 1 0,32-2 0,0 0 0,-33 2 0,68-2 0,-71 3 0,41 0 0,-46 0 0,10 3 0,-17-2 0,-4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6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24575,'4'3'0,"0"2"0,-1-1 0,-2 2 0,2 2 0,0 3 0,2-3 0,-1 12 0,-1-14 0,0 25 0,-2-21 0,-1 14 0,-1-19 0,-2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6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24575,'0'8'0,"3"-4"0,-2 2 0,2-2 0,1 7 0,-4 0 0,7-2 0,4 27 0,-5-22 0,10 33 0,-14-33 0,11 20 0,-11-20 0,8 20 0,-6-20 0,0 19 0,-1-22 0,1 19 0,0-20 0,0 7 0,-1-12 0,-3-2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7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90 24575,'-4'-7'0,"0"3"0,0-3 0,-2 6 0,5-5 0,-6 5 0,7-6 0,-7 6 0,3-5 0,-3 2 0,-1-4 0,-2-3 0,1 6 0,-5-8 0,9 12 0,-1-6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7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 24575,'4'7'0,"-4"1"0,7-1 0,-6 0 0,6 4 0,-3 13 0,0-6 0,2 27 0,-1-30 0,-1 48 0,-1-46-6784,-3 72 6784,0-70-395,0 67 395,0-64-4406,-10 69 4406,8-65-2946,-15 67 2946,12-77 2160,-8 50-2160,8-53 241,-8 24-241,11-28 1033,-14 8 1,13-12 0,-7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8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24575,'20'0'0,"-3"0"0,-9 0 0,13 3 0,-7-2 0,7 5 0,17-2 0,-14 4 0,32-1 0,-20 0 0,17 1 0,-26-4 0,27 2 0,-41-5 0,41 2 0,-41-3 0,38 0 0,-39 0 0,16 0 0,-21 0 0,1 0 0,-4 0 0,-1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9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16 24575,'-4'-4'0,"-2"4"0,1-4 0,1 1 0,-2 2 0,2-2 0,-4 3 0,-2 0 0,1 0 0,-14 0 0,12 0 0,-22 13 0,22-10-6784,-29 30 6784,31-25-163,-34 42 163,35-33 0,-26 44 0,25-41 0,-22 48 0,21-50 0,-24 72 0,27-64 0,-6 27 0,3 1 0,8-21 0,0 19 0,1 0 0,2-20 0,12 59 0,-7-62 0,14 46 0,-10-51 0,10 24 0,-14-35 0,7 4 0,-12-13 0,3-1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9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24575,'7'0'0,"4"3"0,4 5 0,-3-3 0,2 1 0,0 1 0,-4-6 0,27 19 0,-24-17 0,51 20 0,-48-20 0,57 13 0,-57-14 0,61 8 0,-60-6 0,63 3 0,-60-3 0,42 3 0,-47-3 0,12 0 0,-22-1 0,1-3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19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24575,'0'8'0,"0"-1"0,0 0 0,0 1 0,-3-4 0,2 2 0,-6 5 0,3 11 0,-3-5 0,-1 33 0,1-35 0,0 38 0,3-41 0,-3 12 0,3-17 0,0-3 0,1-1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0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0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24575,'-4'3'0,"-2"-2"0,5 6 0,-9-3 0,5 0 0,-2 3 0,4-7 0,3 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1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24575,'-3'8'0,"2"-1"0,-2 0 0,3 1 0,0-1 0,0 0 0,0 1 0,3 9 0,1-10 0,17 35 0,-14-31 0,30 52 0,-29-42-6784,29 70 6784,-29-64-2269,4 25 1,-1-2 2268,-9-32-802,1 34 1,0 0 801,-3-28-227,-4 36 1,-3 3 226,1-21 0,-7 16 0,1-2 0,5-22 0,-16 59 0,21-75-143,-11 68 143,12-70-266,-6 54 266,6-56 3316,-2 33-3316,3-37 1239,0 11 1,0-17 0,0-1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1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24575,'8'0'0,"-1"0"0,-2 3 0,1-2 0,-2 2 0,4-3 0,3 4 0,-3-3 0,3 2 0,-4 0 0,0-2 0,1 2 0,-1-3 0,1 3 0,-1-2 0,4 3 0,1-1 0,-1-2-6784,81 23 6784,-62-19-1513,36 7 1,22 4 0,-19-5 1512,-21-7-1012,36 6 1,25 4 0,-26-3 1011,-35-3-677,27 2 1,21 2 0,-25-2 676,-35-3 0,43 5 0,-6-3 0,-58-7 0,32 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4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354 322 24575,'0'8'0,"0"-1"0,0 1 0,0-1 0,0 0 0,3-3 0,-2 3 0,2-3 0,-3 3 0,0 1 0,3-1 0,5 10 0,-3-7 0,5 14 0,-6-18 0,0 17 0,-1-17 0,-3 34 0,0-27-6784,-3 67 6784,-1-61-2269,-6 57 1,0 5 2268,2-46-1012,-2 31 1,-2 20 0,3-19 1011,6-26-511,-4 35 1,-2 24-1,3-17 511,5-7 0,-2-10 0,-2 18 0,0 0 0,2-18 0,1 13 0,-2 0 0,-2 15 0,3-23 0,2-35 0,1 35 0,0-5 0,1-46 2269,9 47-2269,-5-52 0,16 36 0,-11-35 0,14 31 0,-19-35 2289,19 24-2289,-21-25 4532,24 19-4532,-21-20 6778,12 7-6778,-11-12 0,-3 1 19,3-2-19,-3 0 0,3 3 0,-2-3 0,11 7 0,-12-3 0,12-1 0,-5 3 0,-2-5 0,12 6 0,24 6 0,-21-11-6784,69 20 6784,-73-22-2269,56 12 1,6 1 2268,-39-13-1012,23 7 1,17 4 0,-16-3 1011,-19-4-508,17 4 1,27 5 0,0 0 0,-23-3 507,-3-1 0,-6-1 0,26 5 0,16 3 0,7 1 0,-4-1 0,-12-3 0,-23-4 0,-9-3 0,2-1 0,3 2 0,21 4 0,15 2 0,10 2 0,4 0 0,-1 0 0,-6-1 0,-13-3 0,-18-3 0,7-1 0,-17-4 0,20 4 0,-22-2 0,13 2 0,11 2 0,7 1 0,6 1 0,3 0 0,1 1 0,-1 0 0,-5-1 0,-6 0 0,-9-2 0,-12-2 0,30 5 0,-19-2 0,0 0 0,19 3 0,-29-5 0,10 1 0,10 2 0,6 1 0,3 0 0,3 1 0,0 0 0,-3-1 0,-5 0 0,-7-1 0,-10-2 0,-11-1 0,17 4 0,-18-3 0,-1-1 0,13 3 0,2-2 0,14 2 0,8 1 0,4 0 0,-1 0 0,-6-1 0,-12-2 0,-16-2 0,27 5 0,-8-2 0,-2-3 0,14 1 0,-4-1 0,-24-2 0,8 2 0,-6-6 0,-7-3 0,-33-5 357,19 1 0,-3 0-357,-34-3 1286,59-5-1286,-67 9 2684,33-16-2684,-36 15 4249,23-15-4249,-27 12 0,26-9 0,-25 6 0,26-6 0,-23 9 0,33-19 0,-31 20 0,44-26 0,-40 24 3561,18-12-3561,22-2 0,-34 12 1492,38-7 1,13-3-1493,-18 5 0,-1 0 374,-2 3 1,2-2-375,22-4 0,-13 1 156,-43 9-156,33 0 0,-1-2 0,-34 1-6784,78-1 6784,-79 4-2269,43 2 1,3 1 2268,-38 1-1517,53-2 0,1 0 1517,-54 2 0,62-4 0,-40 1 3034,-14-4-3034,14-2 0,-29 2 0,-18 0 0,13-20 0,-12 14 0,11-45 0,-12 44 4537,6-20-4537,-6-20 0,-1-42 0,-1 23 0,-2-15 0,-1-1 0,0 55 0,-1-60 0,-1-1 0,2 56 0,-3-31 0,-2-26 0,-1-1-1513,-4 4 1,-2-1 0,1 3 1512,6 17 0,0 3 0,-2-6 0,-4-15 0,-4-11 0,1 7 0,7 30 4537,5 25-4537,-7-26 0,-4-19 0,5 23 0,7 34 0,-9-45 0,1 4 0,10 50 0,-10-51 0,-1 60 0,4-9 6784,-7 16-6784,-39-6 0,29 5-3392,-40-4 0,-4 0 3392,34 3 0,-44-6 0,-30-5 0,22 3-2421,19 1 2421,8 1 0,-25-6 0,-20-2 0,-10-3 0,-2-1 0,5 2 0,14 2 0,21 6-1598,-14-3 1,-5-1 1597,35 6 0,-17-2 0,-13-4 0,-10-1 0,-8-2 0,-4-1 0,-2 0 0,1 0 0,4 2 0,7 0 0,10 3 0,13 2 0,15 3 0,-15-2 0,20 4 0,-22-3 0,20 3 0,-16-2 0,-12-2 0,-10-2 0,-8-1 0,-4 0 0,-3-1 0,0 0 0,3 1 0,5 0 0,8 2 0,9 1 0,13 3 0,16 2 0,-16-3 0,20 4 0,-18-2 0,8 2 0,-16-2 0,-14-1 0,-9-1 0,-5 0 0,0 0 0,2 0 0,7 2 0,12 1 0,15 2 0,19 2 0,-2 2 0,5 1 0,-15-1 0,-21-1 0,-10 0 0,0 0 0,12 1 0,21 1 0,14 1 0,4 2 0,-21 0 0,-16 1 0,0 0 0,19-1 0,-14 1 0,0 0 0,-16 1 0,18-2 0,14-1 0,-15 0 0,-21 0 0,20 0 0,13 0 0,-5 0 0,-13 0 0,21 0 4003,32 0-4003,-47 0 0,3 0 2594,56 0-2594,-34 0 0,3 0 4381,35 0-4381,-32 0-1892,42 0 1892,1 0 0,-1 0 0,1 0 0,0 0 0,-1 0 1282,1 0-1282,0 0 2032,-1 0-2032,4 4 0,-2-3 0,-34 2 0,23-3 0,-62 0 0,62 3 0,-52 1 0,55 0 0,-46 9 0,46-10-6784,-65 26 6784,63-21-2269,-33 10 1,0 1 2268,33-8-3034,-73 23 3034,73-27-1015,-38 14 1,-3 1 1014,33-13 0,-41 16 0,0 0 0,44-16 0,-34 13 0,1-1 0,35-13 0,-29 11 0,0-1 0,30-11 1475,-68 20-1475,70-25 0,-47 14 0,51-14 0,-38 11 0,40-8 0,-49 12 0,48-11 2760,-36 10-2760,37-14 0,-4 4 0,11-6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6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1326 1 24575,'-8'0'0,"1"0"0,0 0 0,-4 0 0,3 0 0,-9 0 0,8 0 0,-15 0 0,14 0 0,-7 0 0,9 0 0,-15 0 0,11 0 0,-12 0 0,17 0 0,0 0 0,-1 0 0,1 0 0,0 0 0,-1 0 0,-9 0 0,-32 0 0,11 0-6784,-61 0 6784,68 0-4537,-68 6 4537,81-4-1517,-34 8 0,-2 0 1517,33-7-1015,-39 17 1,0 2 1014,38-14 0,-42 26 0,-1 4 0,41-25 0,-37 31 0,3 2 0,39-28 0,-25 26 0,2 1 0,30-28 614,-40 56-614,47-59 0,-14 20 2334,18-27-2334,-2 0 0,3 1 0,-4-1 3488,4 0-3488,-4 1 5217,4-1-5217,0 4 4731,0-3-4731,0 3 0,0 22 0,0-19 0,0 46 0,0-46 0,0 46 0,0-46 0,4 49 0,-4-49 0,4 59 0,-4-56 0,0 56 0,0-59 0,0 49 0,0-49 0,0 46 0,0-46 0,-4 49 0,4-48 0,0 45 0,1-47 0,9 17 0,-9-23 0,22 1 0,-15-1 0,49 0 0,-40-2-6784,70-2 6784,-69-3-4537,79 0 4537,-78-4-3034,71-3 3034,-73 2-1557,50-15 1557,-57 14 0,36-28 0,-37 25 1733,25-44-1733,-24 42 0,20-57 0,-19 53 0,23-62 0,-27 60-326,6-36 1,-2-1 325,-10 32 2677,6-65-2677,-7 74 700,0-17-700,3 25 4471,1-2-4471,4 7 6686,13 0-6686,-11 0 0,41 3 0,-36-2 296,22 2-296,14-3 0,-30 0 0,29 2 0,11 0 0,-7-2 0,-2 0 0,35 4 0,-16-4 0,-11 0 0,-38 0 0,39-4 0,-64 10 0,13-8 0,-23 9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7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753 172 24575,'3'-4'0,"-2"-3"0,-1-4 0,-1 2 0,-5-2 0,-8-12 0,7 15 0,-19-26 0,16 24 0,-18-14 0,18 15 0,-9-5 0,14 9 0,-6 2 0,0 3 0,-13 0 0,9 3 0,-28 11 0,30-4 0,-40 34 0,36-31 0,-14 21 0,-2 0 0,27-20 0,-44 52-6784,28 5 6784,-5-17-1083,8 39 1083,18-75 0,4 62 0,2-62-4178,23 64 4178,-20-70-2794,52 61 2794,-47-57 2149,61 47-2149,-59-50-2133,28 40 2133,-37-40 237,17 50-237,-19-44 0,12 55 0,-15-55-1479,3 53 1479,-4-56 450,-4 44-450,0-51 2116,0 17-2116,-9-15 0,11-2 3458,-18 5-3458,17-7 4650,-20 0-4650,17-3 5391,-37 3-5391,-1-6 0,3 2 0,-22-10 0,49 2-6784,-55-19 6784,52 17-1995,-66-26 1995,66 29 0,-39-20 0,46 23 0,-7-6 0,13 10 5796,4-2-5796,1 6 0,2-6 0,-3 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8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366 120 24575,'0'-7'0,"4"-1"0,-4 1 0,4-1 0,-4-3 0,0 3 0,-3-3 0,-2 1 0,-2 5 0,-7-12 0,5 14 0,-18-13 0,16 14 0,-25-4 0,24 6 0,-31 9 0,34-3 0,-40 31 0,39-27 0,-37 52 0,39-50-6784,-25 71 6784,30-65-4537,-10 78 4537,13-77-1517,0 36 0,0 2 1517,0-35-309,-3 37 1,-1 2 308,3-33 0,-6 32 0,0 1 0,6-32 0,-4 33 0,0-2 0,4-39 0,1 37 0,0 0 0,1-38-7,9 76 7,-5-80 0,12 61 0,-11-62 2578,14 51-2578,-14-52 0,5 20 4002,-5-27-4002,-2-3 1370,1 3-1370,-2-3 6663,0 0-6663,-2 3 366,6-3-366,-3 3 0,3 1 0,7 5 0,-4-7 0,24 17 0,-22-20 0,42 17 0,-40-18 0,47 8 0,-47-10 0,33 0 0,-36-1 0,6-2 0,-14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29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24575,'-4'8'0,"1"-1"0,3 0 0,-4-3 0,3 3 0,-2-3 0,0 30 0,2-21 0,-5 60 0,5-55 0,-3 61 0,4-50 0,0 17 0,4 31 0,-3-3 0,2 1-6784,-3 21 6784,0-79-370,0 53 370,0-57 0,3 47 0,-2-45 0,9 38 0,-8-42 0,14 29 0,-13-28 6601,13 18-6601,-11-24 553,6 14-553,-7-15 0,3 9 0,-6-6 0,5 2 0,-2-5 0,4 12 0,-4-12 0,6 16 0,-8-12 0,11 15 0,-11-15 0,8 5 0,-10-7 0,4-3 0,-1 0 0,-2 3 0,2 0 0,-3 1 0,0 3 0,0-4 0,0 1 0,0-1 0,0 13 0,0-9 0,-3 19 0,2-20 0,-9 27 0,9-25 0,-12 35 0,11-35 0,-11 32 0,11-33 0,-8 19 0,6-24 0,0 14 0,1-14 0,6 4 0,1-10 0,4-4 0,46-30 0,-32 17-3392,36-22 0,2 0 3392,-31 17-1513,23-15 1,15-13 0,-13 11 1512,-14 9-1012,31-21 1,22-15 0,-20 14 1011,-28 21-508,12-6 1,21-13 0,1 1 0,-20 12 507,-3 3 0,12-4 0,17-9 0,-21 12 0,-24 14 59,19-4 1,-4 2-60,-39 14 604,44-16-604,-52 16 1724,30-15-1724,-27 18 3033,19-18-3033,-23 19 4341,19-16-4341,-19 12 4285,17-9-4285,-18 10 0,7 1 0,-12 3 0,2 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34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24575,'3'5'0,"1"-2"0,1 0 0,14 14 0,-14-6 0,14 9 0,-18-12 0,6-4 0,-6 2 0,2-1 0,4 8 0,-6-4 0,9 18 0,-9-16-6784,6 39 6784,-6-35-4537,2 71 4537,-3-67-1517,1 43 0,1 0 1517,-1-38-1015,-1 53 1,0 0 1014,-1-50 0,0 50 0,-1-1 0,-1-52 0,2 42 0,1 0 0,-3-44 0,2 33 0,2-1 0,-1-36 1749,0 58-1749,0-62 2743,3 46-2743,-2-46 0,2 36 0,-3-39 0,-3 36 0,2-34 3012,-9 47-3012,9-46 0,-13 50 0,13-51 0,-6 41 0,7-42 556,0 22-556,0-25 215,0 4-215,0-5 6128,10 12-6128,-4-9 1981,8 13-1981,-10-16 0,6 9 0,-5-11 0,16 17 0,-11-17-6784,31 18 6784,-28-18 0,21 7-4537,44-9 4537,-46 0-17,53-5 0,15-6 17,-28-5 0,-3-2 0,-1 7 0,4-2 0,2-7 0,5-4 0,-21 6 0,-25 7 0,24-6 0,-6 0 0,-41 9 0,56-6 0,-41 4-1500,32-2 0,-2-1 1500,-40 4 0,72-6 0,-78 4-1464,57 3 1464,-55 0 1468,46 1-1468,-44 2 0,48-2 0,-46 3 0,80 0 0,-73 0 854,39 3 1,4 1-855,-33-3-475,32 4 0,-1 0 475,-31-4-999,61 2 999,-81-6 2672,38-1-2672,-43 0 1449,24 0-1449,-25 1 4959,24 2-4959,-22-2 4943,26-1-4943,-23 4 568,19-7-568,-20 6 0,11-2 0,-13 3 0,3-4 0,-4 4 0,1-7 0,-1 6 0,7-5 0,-4 5 0,14-3 0,-14 4 0,17-3 0,-17 2 0,7-2 0,-9 3 0,-1 0 0,1 0 0,-4-3 0,-1-2 0,1-5 0,-4-12 0,4 5-6784,-4-41 6784,0 38-4537,0-78 4537,0 76-892,0-39 1,0-2 891,0 33-1222,-2-45 1,0-2 1221,2 42 0,-2-47 0,0 2 0,2 54 491,0-39 1,0 2-492,0 44 1181,0-61-1181,0 62 0,-3-43 0,2 44 3515,-2-27-3515,3 34 5256,0-24-5256,0 22 0,0-22 0,0 24 3917,-3-11-3917,2 13 695,-2-3-695,3 4 0,-4 3 0,0-3 0,-3 6 0,-7-9 0,5 5 0,-15-5 0,18 2 0,-37-3 0,36 3 0,-59-6 0,54 9-6784,-71-8 6784,65 11-4537,-81-11 4537,79 11-1517,-37-2 0,-1 1 1517,36 3-930,-39 0 0,0 0 930,36 0 0,-36-3 0,-1 0 0,37 1 0,-41-8 0,0-3 0,39 5 0,-30-5 0,-20-5 0,15 4 0,18 4-57,-19-4 1,-16-2 0,20 4 56,27 8 0,-39-7 0,1 1 0,43 8 530,-26-2 1,2 1-531,36 3 2554,-42 0-2554,46 0 3820,-23 4-3820,28 0 5711,-11 0-5711,13-1 3238,0 0-3238,-2-2 0,-2 6 0,0-3 0,-19 7 0,19-3 0,-25 9 0,26-11 0,-16 10 0,14-14 0,-12 11 0,12-12 0,-11 13 0,11-10 0,-18 14 0,16-13 0,-23 15 0,24-18 0,-27 18 0,26-17 0,-16 13 0,18-14 0,-11 11 0,10-12 0,-20 12 0,19-11 0,-19 14 0,20-13 0,-14 13 0,15-14 0,-11 11 0,14-8 0,-4 2 0,10-3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35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81 24575,'0'8'0,"0"-1"0,0 0 0,0 1 0,0-1 0,0 0 0,3 11 0,-2-9 0,3 9 0,-4 5 0,0-1 0,3 4 0,-2 30 0,2-38 0,-3 61 0,-3-14 0,2-13 0,-9 47 0,8-81 0,-4 42 0,3-50 0,2 7 0,1-13 0,4-4 0,3-1 0,8-19 0,0 6 0,1-8 0,25-35 0,-27 35-3392,15-27 0,-1 0 3392,-15 27 0,31-55 0,-23 40 0,2 1 0,5-15 0,-22 39 0,27-39 0,-28 38 0,35-41 0,-35 41 0,35-38 0,-35 39 6784,25-19-6784,-24 26 0,4 2 0,-3 4 0,1 22 0,0-15 0,-1 16 0,3 16-6784,-5 15 6784,3-5-4537,-5 36 4537,-3-69-1340,0 75 1340,0-73 0,-3 70 0,2-72 0,-2 26 0,3-36 3873,0 1-3873,0-1 5792,0 1-5792,0-1 2996,0 0-2996,0 1 0,0-1 0,3 0 0,-2 7 0,2-5 0,0 12 0,-2-12 0,3 5 0,-4-7 0,3-3 0,1 0 0,0-8 0,3 3 0,7-15 0,-4 9 0,37-33 0,-35 26-6784,54-50 6784,-54 49-2269,20-24 1,0 1 2268,-22 21-1517,19-26 0,-1-1 1517,-22 26-1015,19-29 1,0 0 1014,-16 29 0,32-69 0,-34 70 992,27-53-992,-30 56 2521,26-34-2521,-24 41 3769,8-6-3769,-10 17 5635,-4 3-5635,0 17 3467,0-13-3467,0 16 0,0-18 0,0-2 0,0-4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37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24575,'8'7'0,"-4"1"0,2-1 0,-5 0 0,3 1 0,-4-1 0,0 0 0,3-2 0,-2 1 0,2-2 0,-3 4 0,3 19 0,1-15 0,4 44 0,-4-41 0,-1 42 0,-3-45 0,4 31 0,-3-31 0,2 25 0,-3-27 0,0 24 0,0-23 0,-7 32 0,6-30 0,-9 44 0,9-44 0,-6 34 0,3-10 0,-3 29 0,3-22 0,-3 32 0,7-61 0,0 31 0,0-36 0,4 11 0,-4-16 0,0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38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90 24575,'-3'-4'0,"2"-3"0,-5 6 0,5-5 0,-6 5 0,7-6 0,-7 6 0,6-5 0,-9 1 0,9-2 0,-19-7 0,13 5 0,-16-5 0,14 9 0,-8 2 0,8 6 0,-5 15 0,10-1 0,-10 28 0,13-25 0,-2 33 0,3-40 0,4 17 0,-1-22 0,1 2 0,0-2 0,3 3 0,-3-7 0,10-7 0,-5 1 0,12-11 0,-12 8 0,15-16 0,-14 11 0,18-24 0,-19 19 0,12-26 0,-16 23 0,2-14 0,-7 20 0,0 1 0,0 7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39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15 387 24575,'0'8'0,"0"-1"0,0 1 0,0-1 0,0 0 0,-3 11 0,-2-5 0,1 24 0,1-21 0,3 24 0,0-26 0,0 7 0,0-10 0,0-4 0,3-3 0,5-4 0,3-4 0,14-13 0,-11 7 0,30-47 0,-34 39-6784,27-66 6784,-35 68-4537,15-68 4537,-15 63-327,8-66 327,-10 66 0,4-30 0,-4 13 4375,0 13-4375,0-14 6543,0 25-6543,0 7 730,0-1-730,0 7 0,-4-1 0,4 8 0,-7 5 0,6-2 0,-2 5 0,3-7 0,0 1 0,0-1 0,-3-3 0,2 3 0,-2 3 0,-1-1 0,4 5 0,-7 7 0,3-7 0,-10 33 0,5-33 0,-12 42 0,16-46 0,-8 30 0,12-30 0,-2 10 0,3-12 0,0 0 0,0-5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1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1963 353 24575,'-3'-5'0,"-2"-1"0,-2 5 0,0-6 0,-1 3 0,1-3 0,0-1 0,-4 4-6784,-63-36 6784,44 28-2269,-31-18 1,-4-1 2268,14 14-1517,-27-11 0,-1 0 1517,19 9-677,-6-2 1,-14-4 0,17 6 676,22 7 0,-26 2 0,-19-2 0,20 6 0,31 7 323,-41 6 1,6 3-324,53-3 1001,-37 17-1001,49-15 2846,-5 8-2846,10-9 4254,3 9-4254,-2-8 0,9 18 0,-5-19 3743,12 18-3743,-8-20 3893,15 14-3893,-14-14 0,8 7 0,-11-12 0,-3 5 0,3-5 0,-6 6 0,2 0 0,-3 1 0,0 9 0,0-8 0,-6 22 0,1-23 0,-16 48 0,11-44-3392,-11 32 0,-1 4 3392,11-24-2269,-27 45 1,-2 3 2268,24-38-1012,-21 29 1,-16 20 0,12-17 1011,14-21-508,-9 13 1,-14 21 0,1 1 0,13-20 507,7-10 0,-2 8 0,-9 21 0,1 0 0,12-23 0,11-16 0,-5 21 0,-6 15 0,10-19 0,12-33 0,-6 35 0,1-2 0,9-39 484,8 55-484,-1-63 2269,4 20-2269,-3-30 0,-6 7 3393,2-3-3393,0 0 5073,2 3-5073,2-6 5165,-3 5-5165,3-5 0,-3 2 0,3-3 0,1 0 0,-1 0 0,7 0 0,-4 0 0,14 0 0,-14 0 0,20 0 0,-19 0 0,30 3 0,-29-2 0,42 9 0,-40-8-6784,60 8 6784,-53-10-2269,29 2 1,1 0 2268,-27-2-1517,27 0 0,-2 0 1517,-32-4-2029,71-10 2029,-71 8 0,73-24 0,-68 22 0,32-10 0,3-1 0,-28 11 0,54-7 0,2 3 0,-50 10 0,58 2 0,4 0 0,-41 2 0,41 10 0,3 0 0,-37-7 0,28 7 0,-7 0 0,-57-7 0,28-1 0,-3 0 0,-37-1 772,43-6-772,-47 2 0,27-16 0,-28 14 2387,21-27-2387,-21 26 3593,14-23-3593,-15 25 2802,12-15-2802,-12 16 0,15-13 0,-17 9 0,19-12 0,-19 11 6762,17-10-6762,-15 14 68,5-11-68,-6 11 0,-1-8 0,-3 6 0,0-4 0,-1 4 0,-2-2 0,2 1 0,0 1 0,5-16 0,-3 13 0,8-34 0,-8 29-6784,6-49 6784,-7 46 0,-1-26-1993,-3-16 1993,0 34 0,-2-26 0,-2-8 0,-5 4 0,0 3 0,-2-26 0,-4-5 0,1 8 5797,7 46-5797,-6-42 0,-1 0 2980,4 43-2980,-2-31 0,0-3 0,0 21 0,0-13 0,0-1 0,2 14 0,-4-14 0,2 3 0,5 30-3392,-6-38 0,-1-1 3392,4 37-2269,-2-31 1,0 2 2268,7 35 0,-12-48 0,16 51 0,-9-11 0,6 21 4537,-4 3-4537,1 0 6784,-4 0-6784,3 0 0,-12 3 0,10-2 0,-17 2 0,17-3 0,-7 0 0,9 0 0,1 0 0,-27 4 0,21-4-6784,-54 7 6784,52-6 0,-22 5-3804,-12 2 3804,34 0-3277,-81 3 3277,77-7 0,-73 2 0,52-5 3277,-13 2-3277,13-3 0,33 0 0,-6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2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 24575,'0'7'0,"0"0"0,3-2 0,-2 1 0,5-2 0,-5 4 0,3-1 0,-4 0 0,3 4 0,-2-3 0,2 3 0,-3-4 0,3 7 0,-2-5 0,-1 18 0,-1-16 0,-8 26 0,4-16 0,-6 8 0,-6 35 0,10-42-3392,-6 28 0,0-1 3392,10-30-2269,-11 34 1,-2 0 2268,9-33 0,-7 30 0,1-1 0,7-28 0,0 23 0,13-37 4537,2-7-4537,5-7 0,-9 2 0,1-2 0,-6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2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24575,'7'0'0,"1"0"0,-1 0 0,1 0 0,-1 0 0,1 3 0,6 1 0,-5 0 0,5 3 0,13 7 0,-14-8 0,31 21 0,-33-21 0,30 28 0,-30-23 0,20 29 0,-25-28 0,7 25 0,-12-27 0,-4 21 0,1-22 0,-17 28 0,12-24 0,-27 43 0,23-44 0,-26 33 0,30-38 0,-23 7 0,24-11 0,-15-3 0,0 0 0,-16-10 0,11 8 0,-18-18 0,34 17 0,-7-7 0,13 10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3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0 24575,'-4'3'0,"0"1"0,4 4 0,0-1 0,0 1 0,0-1 0,-3-3 0,2 6 0,-5-5 0,2 15 0,0-10 0,-6 17 0,5-17 0,-12 17 0,11-17 0,-10 10 0,14-12 0,-8 3 0,9-7 0,-2-1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3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24575,'7'0'0,"-3"-3"0,3 2 0,-3-2 0,0 3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44 273 24575,'4'3'0,"0"1"0,-4 4 0,0-1 0,0 1 0,0 2 0,0 5 0,0-3 0,0 2 0,0-6 0,3 9 0,-2-7 0,2 20 0,-3-20 0,0 11 0,0-14 0,0 1 0,4-4 0,-4 2 0,4-2 0,-4 4 0,-4-4 0,0 12 0,-3-9 0,-4 23 0,3-19 0,-9 26 0,11-26 0,-4 6 0,14-18 0,0-9 0,7-12 0,0 5 0,8-25 0,-7 23 0,2-9 0,10-19 0,-12 30 0,10-30 0,0-3 0,-10 26-3392,11-33 0,-2 0 3392,-13 33 0,19-57 0,-22 59 0,2-8 0,0 13 0,-3 13 0,4 0 6784,-4 8-6784,2-4 0,5 13 0,-5-7 0,14 11 0,-18-8 0,8 4 0,-10-4 0,0 1 0,0-2 0,-3-1 0,2 0 0,-15 17 0,13-12 0,-20 28 0,20-29 0,-20 33 0,17-35 0,-11 20 0,12-31 0,-1 8 0,5-12 0,-6-2 0,7 0 0,-7-13 0,6 11 0,-9-21 0,9 21 0,-6-14 0,7 19 0,0-2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45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173 273 24575,'7'0'0,"1"0"0,-1 0 0,1 0 0,-1 0 0,1 0 0,-1 0 0,0 0 0,-2-3 0,5-1 0,-5-4 0,9-2 0,-6 5 0,9-15 0,-11 13 0,4-24 0,-10 21 0,-6-28 0,4 27 0,-21-27 0,16 28 0,-24-18 0,21 22 0,-26-13 0,23 13 0,-23-5 0,26 8 0,-11-1 0,13 3 0,-6 5 0,6-3 0,-9 16 0,11-12 0,-14 16 0,15-15 0,-13 20 0,13-19-6784,-4 46 6784,8-37-4537,4 63 4537,-1-61-907,21 64 907,-15-65 0,22 49 0,-23-53 0,16 21 0,-20-26 4087,13-1-4087,-11-3 6112,6-4-6112,-4 0 2029,1 0-2029,-1 0 0,-3 3 0,0-2 0,-4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1:49:5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24575,'4'3'0,"0"1"0,-1 0 0,-2 3 0,5-3 0,-5 10 0,3-5 0,-4 21 0,0-19 0,0 30 0,0-30 0,0 26 0,0-26 0,0 19 0,0-20 0,0 10 0,0-12 0,3 6 0,-2-6 0,2 3 0,-3-4 0,3 4 0,-2-3 0,2 3 0,-3-4 0,0 1 0,0-1 0,4-3 0,-3 3 0,2-3 0,-3 3 0,0 1 0,0-1 0,0 0 0,0 1 0,3-4 0,-2 2 0,2-2 0,-3 4 0,4-4 0,-3 2 0,2-2 0,-3 4 0,0-1 0,0 1 0,0 6 0,0-5 0,0 14 0,0-13 0,0 11 0,-3-17 0,2 10 0,-2-9 0,3 5 0,-4-6 0,3 3 0,-5-6 0,5 5 0,-2-2 0,-1 0 0,4 3 0,-4-3 0,4 3 0,0-3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6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86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66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24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96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0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2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1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01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22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7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CD1B5-45FB-634C-9FF2-76C2ECF7F6C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4AB49FD-8341-774D-AC4A-344C1B99E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54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image" Target="../media/image69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image" Target="../media/image64.png"/><Relationship Id="rId149" Type="http://schemas.openxmlformats.org/officeDocument/2006/relationships/customXml" Target="../ink/ink75.xml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image" Target="../media/image59.png"/><Relationship Id="rId134" Type="http://schemas.openxmlformats.org/officeDocument/2006/relationships/image" Target="../media/image67.png"/><Relationship Id="rId139" Type="http://schemas.openxmlformats.org/officeDocument/2006/relationships/customXml" Target="../ink/ink70.xml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150" Type="http://schemas.openxmlformats.org/officeDocument/2006/relationships/image" Target="../media/image75.png"/><Relationship Id="rId155" Type="http://schemas.openxmlformats.org/officeDocument/2006/relationships/customXml" Target="../ink/ink78.xml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4.xml"/><Relationship Id="rId124" Type="http://schemas.openxmlformats.org/officeDocument/2006/relationships/image" Target="../media/image62.png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8.xml"/><Relationship Id="rId140" Type="http://schemas.openxmlformats.org/officeDocument/2006/relationships/image" Target="../media/image70.png"/><Relationship Id="rId145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130" Type="http://schemas.openxmlformats.org/officeDocument/2006/relationships/image" Target="../media/image65.png"/><Relationship Id="rId135" Type="http://schemas.openxmlformats.org/officeDocument/2006/relationships/customXml" Target="../ink/ink68.xml"/><Relationship Id="rId151" Type="http://schemas.openxmlformats.org/officeDocument/2006/relationships/customXml" Target="../ink/ink76.xml"/><Relationship Id="rId156" Type="http://schemas.openxmlformats.org/officeDocument/2006/relationships/image" Target="../media/image78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04" Type="http://schemas.openxmlformats.org/officeDocument/2006/relationships/customXml" Target="../ink/ink52.xml"/><Relationship Id="rId120" Type="http://schemas.openxmlformats.org/officeDocument/2006/relationships/image" Target="../media/image60.png"/><Relationship Id="rId125" Type="http://schemas.openxmlformats.org/officeDocument/2006/relationships/customXml" Target="../ink/ink63.xml"/><Relationship Id="rId141" Type="http://schemas.openxmlformats.org/officeDocument/2006/relationships/customXml" Target="../ink/ink71.xml"/><Relationship Id="rId146" Type="http://schemas.openxmlformats.org/officeDocument/2006/relationships/image" Target="../media/image73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15" Type="http://schemas.openxmlformats.org/officeDocument/2006/relationships/customXml" Target="../ink/ink58.xml"/><Relationship Id="rId131" Type="http://schemas.openxmlformats.org/officeDocument/2006/relationships/customXml" Target="../ink/ink66.xml"/><Relationship Id="rId136" Type="http://schemas.openxmlformats.org/officeDocument/2006/relationships/image" Target="../media/image68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52" Type="http://schemas.openxmlformats.org/officeDocument/2006/relationships/image" Target="../media/image76.png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105" Type="http://schemas.openxmlformats.org/officeDocument/2006/relationships/image" Target="../media/image53.png"/><Relationship Id="rId126" Type="http://schemas.openxmlformats.org/officeDocument/2006/relationships/image" Target="../media/image63.png"/><Relationship Id="rId147" Type="http://schemas.openxmlformats.org/officeDocument/2006/relationships/customXml" Target="../ink/ink74.xml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1.png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image" Target="../media/image58.png"/><Relationship Id="rId137" Type="http://schemas.openxmlformats.org/officeDocument/2006/relationships/customXml" Target="../ink/ink6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image" Target="../media/image66.png"/><Relationship Id="rId153" Type="http://schemas.openxmlformats.org/officeDocument/2006/relationships/customXml" Target="../ink/ink77.xml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image" Target="../media/image61.png"/><Relationship Id="rId143" Type="http://schemas.openxmlformats.org/officeDocument/2006/relationships/customXml" Target="../ink/ink72.xml"/><Relationship Id="rId148" Type="http://schemas.openxmlformats.org/officeDocument/2006/relationships/image" Target="../media/image74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26" Type="http://schemas.openxmlformats.org/officeDocument/2006/relationships/customXml" Target="../ink/ink13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customXml" Target="../ink/ink67.xml"/><Relationship Id="rId154" Type="http://schemas.openxmlformats.org/officeDocument/2006/relationships/image" Target="../media/image77.png"/><Relationship Id="rId16" Type="http://schemas.openxmlformats.org/officeDocument/2006/relationships/customXml" Target="../ink/ink8.xml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2.png"/><Relationship Id="rId90" Type="http://schemas.openxmlformats.org/officeDocument/2006/relationships/customXml" Target="../ink/ink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70D2-6D1D-B576-B3E9-D03AC2AF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B0A2-8418-F933-B8A6-E031DAEBF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Regression trees (in the decision tree parts of </a:t>
            </a:r>
            <a:r>
              <a:rPr lang="en-US" dirty="0" err="1"/>
              <a:t>ch</a:t>
            </a:r>
            <a:r>
              <a:rPr lang="en-US" dirty="0"/>
              <a:t> 2 of text, there’s not lots on regression specifically)</a:t>
            </a:r>
          </a:p>
          <a:p>
            <a:r>
              <a:rPr lang="en-US" dirty="0"/>
              <a:t>Depending on time, possibly stochastic gradient descent. </a:t>
            </a:r>
          </a:p>
          <a:p>
            <a:pPr lvl="1"/>
            <a:r>
              <a:rPr lang="en-US" dirty="0"/>
              <a:t>Pretty simple – review and some GD variations. </a:t>
            </a:r>
          </a:p>
          <a:p>
            <a:r>
              <a:rPr lang="en-US" dirty="0"/>
              <a:t>Do some self-check/practice/ask if there’s issues/confusion. </a:t>
            </a:r>
          </a:p>
          <a:p>
            <a:pPr lvl="1"/>
            <a:r>
              <a:rPr lang="en-US" dirty="0"/>
              <a:t>Next ~week will be easy-</a:t>
            </a:r>
            <a:r>
              <a:rPr lang="en-US" dirty="0" err="1"/>
              <a:t>ish</a:t>
            </a:r>
            <a:r>
              <a:rPr lang="en-US" dirty="0"/>
              <a:t>, regularization, feature selection. </a:t>
            </a:r>
          </a:p>
          <a:p>
            <a:pPr lvl="1"/>
            <a:r>
              <a:rPr lang="en-US" dirty="0"/>
              <a:t>The pipeline stuff will be mostly the same for months, just variations on idea. </a:t>
            </a:r>
          </a:p>
          <a:p>
            <a:pPr lvl="1"/>
            <a:r>
              <a:rPr lang="en-US" dirty="0"/>
              <a:t>Make sure that you can predict pretty much any dataset we have available. </a:t>
            </a:r>
          </a:p>
          <a:p>
            <a:r>
              <a:rPr lang="en-US" dirty="0"/>
              <a:t>Read chapter 2 in IMLP (skip </a:t>
            </a:r>
            <a:r>
              <a:rPr lang="en-US" dirty="0" err="1"/>
              <a:t>knn</a:t>
            </a:r>
            <a:r>
              <a:rPr lang="en-US" dirty="0"/>
              <a:t>, </a:t>
            </a:r>
            <a:r>
              <a:rPr lang="en-US" dirty="0" err="1"/>
              <a:t>svm</a:t>
            </a:r>
            <a:r>
              <a:rPr lang="en-US" dirty="0"/>
              <a:t>, and </a:t>
            </a:r>
            <a:r>
              <a:rPr lang="en-US"/>
              <a:t>neural networks).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69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EB91-C72A-152B-208A-0CF05227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Practice,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A70C5-48AC-8356-85BB-D35B3E6E7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9484"/>
            <a:ext cx="9914186" cy="41339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the most part, the sklearn tools are interchangeable. </a:t>
            </a:r>
          </a:p>
          <a:p>
            <a:r>
              <a:rPr lang="en-US" dirty="0"/>
              <a:t>This makes it easy to practice if you need more than the built-in ones:</a:t>
            </a:r>
          </a:p>
          <a:p>
            <a:pPr lvl="1"/>
            <a:r>
              <a:rPr lang="en-US" dirty="0"/>
              <a:t>Pretty much any other dataset can be used – make a model, include whatever you’re unsure of in the pipeline, see the results. </a:t>
            </a:r>
          </a:p>
          <a:p>
            <a:pPr lvl="2"/>
            <a:r>
              <a:rPr lang="en-US" dirty="0"/>
              <a:t>One caveat is data with specific characteristics – imbalanced data, explicitly non-linear,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Sklearn make datasets – module with methods to make data, including specific types. </a:t>
            </a:r>
          </a:p>
          <a:p>
            <a:pPr lvl="1"/>
            <a:r>
              <a:rPr lang="en-US" dirty="0"/>
              <a:t>Seaborn and sklearn both have built in datasets, just google for an example of loading. </a:t>
            </a:r>
          </a:p>
          <a:p>
            <a:r>
              <a:rPr lang="en-US" dirty="0"/>
              <a:t>I recommend starting basic if you’re stuck – can I make </a:t>
            </a:r>
            <a:r>
              <a:rPr lang="en-US" i="1" dirty="0"/>
              <a:t>a</a:t>
            </a:r>
            <a:r>
              <a:rPr lang="en-US" dirty="0"/>
              <a:t> model, then expand slowly. </a:t>
            </a:r>
          </a:p>
          <a:p>
            <a:pPr lvl="1"/>
            <a:r>
              <a:rPr lang="en-US" dirty="0"/>
              <a:t>E.g. a multi-path pipeline (cat/num) may be complex, we can test one half of features, then add…</a:t>
            </a:r>
          </a:p>
          <a:p>
            <a:r>
              <a:rPr lang="en-US" dirty="0"/>
              <a:t>If you’re unsure past this (like you need some specific example), please ask. </a:t>
            </a:r>
          </a:p>
        </p:txBody>
      </p:sp>
    </p:spTree>
    <p:extLst>
      <p:ext uri="{BB962C8B-B14F-4D97-AF65-F5344CB8AC3E}">
        <p14:creationId xmlns:p14="http://schemas.microsoft.com/office/powerpoint/2010/main" val="156974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22A0-2912-343E-A154-89A71516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623A0-0EE0-FFAD-F62D-DF778A60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1811AB1-1434-1394-C0FA-909C7203DD65}"/>
              </a:ext>
            </a:extLst>
          </p:cNvPr>
          <p:cNvGrpSpPr/>
          <p:nvPr/>
        </p:nvGrpSpPr>
        <p:grpSpPr>
          <a:xfrm>
            <a:off x="1532040" y="1897303"/>
            <a:ext cx="9174960" cy="4146840"/>
            <a:chOff x="1532040" y="1897303"/>
            <a:chExt cx="9174960" cy="414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45D66-74E1-865B-9C6C-78447E89F713}"/>
                    </a:ext>
                  </a:extLst>
                </p14:cNvPr>
                <p14:cNvContentPartPr/>
                <p14:nvPr/>
              </p14:nvContentPartPr>
              <p14:xfrm>
                <a:off x="1532040" y="2748343"/>
                <a:ext cx="426240" cy="905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45D66-74E1-865B-9C6C-78447E89F7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3040" y="2739703"/>
                  <a:ext cx="443880" cy="9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85A96B-7C2E-0E63-13D3-BCE6B4994626}"/>
                    </a:ext>
                  </a:extLst>
                </p14:cNvPr>
                <p14:cNvContentPartPr/>
                <p14:nvPr/>
              </p14:nvContentPartPr>
              <p14:xfrm>
                <a:off x="2003280" y="2923303"/>
                <a:ext cx="403920" cy="58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85A96B-7C2E-0E63-13D3-BCE6B49946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94640" y="2914303"/>
                  <a:ext cx="4215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B94CC58-F7AA-D58F-EE80-FDC794B59042}"/>
                    </a:ext>
                  </a:extLst>
                </p14:cNvPr>
                <p14:cNvContentPartPr/>
                <p14:nvPr/>
              </p14:nvContentPartPr>
              <p14:xfrm>
                <a:off x="2080680" y="2911783"/>
                <a:ext cx="262080" cy="668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B94CC58-F7AA-D58F-EE80-FDC794B590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71680" y="2902783"/>
                  <a:ext cx="2797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BECEDF-D88B-8FCA-21F2-AC2783568C5E}"/>
                    </a:ext>
                  </a:extLst>
                </p14:cNvPr>
                <p14:cNvContentPartPr/>
                <p14:nvPr/>
              </p14:nvContentPartPr>
              <p14:xfrm>
                <a:off x="2520240" y="3199423"/>
                <a:ext cx="53280" cy="358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BECEDF-D88B-8FCA-21F2-AC2783568C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11600" y="3190423"/>
                  <a:ext cx="70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F37984-8983-278C-8436-B3E383D9AF4A}"/>
                    </a:ext>
                  </a:extLst>
                </p14:cNvPr>
                <p14:cNvContentPartPr/>
                <p14:nvPr/>
              </p14:nvContentPartPr>
              <p14:xfrm>
                <a:off x="2406120" y="3310303"/>
                <a:ext cx="303840" cy="2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F37984-8983-278C-8436-B3E383D9AF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97480" y="3301663"/>
                  <a:ext cx="321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5C7CE5-7924-9A63-96D0-0E6F4219ACE2}"/>
                    </a:ext>
                  </a:extLst>
                </p14:cNvPr>
                <p14:cNvContentPartPr/>
                <p14:nvPr/>
              </p14:nvContentPartPr>
              <p14:xfrm>
                <a:off x="2697000" y="3288703"/>
                <a:ext cx="158760" cy="239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5C7CE5-7924-9A63-96D0-0E6F4219ACE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88000" y="3279703"/>
                  <a:ext cx="1764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8CC92C-0DDB-EFC8-9D36-673C9BF5C740}"/>
                    </a:ext>
                  </a:extLst>
                </p14:cNvPr>
                <p14:cNvContentPartPr/>
                <p14:nvPr/>
              </p14:nvContentPartPr>
              <p14:xfrm>
                <a:off x="2888520" y="3375823"/>
                <a:ext cx="171000" cy="212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8CC92C-0DDB-EFC8-9D36-673C9BF5C7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79880" y="3367183"/>
                  <a:ext cx="188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D11835-8678-F965-584A-D89B7FB84AC7}"/>
                    </a:ext>
                  </a:extLst>
                </p14:cNvPr>
                <p14:cNvContentPartPr/>
                <p14:nvPr/>
              </p14:nvContentPartPr>
              <p14:xfrm>
                <a:off x="3077880" y="3397063"/>
                <a:ext cx="62280" cy="249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D11835-8678-F965-584A-D89B7FB84A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68880" y="3388423"/>
                  <a:ext cx="799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73DA41-99A6-8C15-96F9-9733D4761F07}"/>
                    </a:ext>
                  </a:extLst>
                </p14:cNvPr>
                <p14:cNvContentPartPr/>
                <p14:nvPr/>
              </p14:nvContentPartPr>
              <p14:xfrm>
                <a:off x="3212520" y="3261703"/>
                <a:ext cx="11160" cy="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73DA41-99A6-8C15-96F9-9733D4761F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3520" y="3253063"/>
                  <a:ext cx="2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5D3DE7-B34D-E22D-FB63-846BF8C22758}"/>
                    </a:ext>
                  </a:extLst>
                </p14:cNvPr>
                <p14:cNvContentPartPr/>
                <p14:nvPr/>
              </p14:nvContentPartPr>
              <p14:xfrm>
                <a:off x="3043320" y="3339823"/>
                <a:ext cx="38160" cy="30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5D3DE7-B34D-E22D-FB63-846BF8C227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4320" y="3330823"/>
                  <a:ext cx="55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BC95B5-BE3E-FE64-11DB-EA89007E9AC7}"/>
                    </a:ext>
                  </a:extLst>
                </p14:cNvPr>
                <p14:cNvContentPartPr/>
                <p14:nvPr/>
              </p14:nvContentPartPr>
              <p14:xfrm>
                <a:off x="3188040" y="3304903"/>
                <a:ext cx="344520" cy="258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BC95B5-BE3E-FE64-11DB-EA89007E9A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79040" y="3296263"/>
                  <a:ext cx="3621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34064A-7020-E07B-B53E-1D9ABABF705E}"/>
                    </a:ext>
                  </a:extLst>
                </p14:cNvPr>
                <p14:cNvContentPartPr/>
                <p14:nvPr/>
              </p14:nvContentPartPr>
              <p14:xfrm>
                <a:off x="3570720" y="3538903"/>
                <a:ext cx="220320" cy="264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34064A-7020-E07B-B53E-1D9ABABF70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2080" y="3529903"/>
                  <a:ext cx="237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99CEF5C-388C-CD27-F55B-C164B5ADF9E8}"/>
                    </a:ext>
                  </a:extLst>
                </p14:cNvPr>
                <p14:cNvContentPartPr/>
                <p14:nvPr/>
              </p14:nvContentPartPr>
              <p14:xfrm>
                <a:off x="3981480" y="3140743"/>
                <a:ext cx="300240" cy="26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99CEF5C-388C-CD27-F55B-C164B5ADF9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72840" y="3131743"/>
                  <a:ext cx="3178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A92388-A20B-06DE-1159-905EAF3DAAB9}"/>
                    </a:ext>
                  </a:extLst>
                </p14:cNvPr>
                <p14:cNvContentPartPr/>
                <p14:nvPr/>
              </p14:nvContentPartPr>
              <p14:xfrm>
                <a:off x="4068600" y="3223183"/>
                <a:ext cx="266400" cy="498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A92388-A20B-06DE-1159-905EAF3DAA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59600" y="3214183"/>
                  <a:ext cx="28404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93A34A-84CF-B179-5653-71ABFC826480}"/>
                    </a:ext>
                  </a:extLst>
                </p14:cNvPr>
                <p14:cNvContentPartPr/>
                <p14:nvPr/>
              </p14:nvContentPartPr>
              <p14:xfrm>
                <a:off x="4472520" y="2839423"/>
                <a:ext cx="68040" cy="483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93A34A-84CF-B179-5653-71ABFC8264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63520" y="2830423"/>
                  <a:ext cx="856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164E41-D906-5BBB-8980-DD64F703B836}"/>
                    </a:ext>
                  </a:extLst>
                </p14:cNvPr>
                <p14:cNvContentPartPr/>
                <p14:nvPr/>
              </p14:nvContentPartPr>
              <p14:xfrm>
                <a:off x="4456680" y="3016543"/>
                <a:ext cx="153360" cy="48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164E41-D906-5BBB-8980-DD64F703B83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48040" y="3007903"/>
                  <a:ext cx="171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959775-FDF8-82E7-87C6-C592D2216568}"/>
                    </a:ext>
                  </a:extLst>
                </p14:cNvPr>
                <p14:cNvContentPartPr/>
                <p14:nvPr/>
              </p14:nvContentPartPr>
              <p14:xfrm>
                <a:off x="4574400" y="3093583"/>
                <a:ext cx="165600" cy="231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959775-FDF8-82E7-87C6-C592D221656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65400" y="3084583"/>
                  <a:ext cx="183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E3CD3F-887E-CAB7-BB9C-D02E6B74079B}"/>
                    </a:ext>
                  </a:extLst>
                </p14:cNvPr>
                <p14:cNvContentPartPr/>
                <p14:nvPr/>
              </p14:nvContentPartPr>
              <p14:xfrm>
                <a:off x="4716600" y="3163063"/>
                <a:ext cx="105120" cy="313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E3CD3F-887E-CAB7-BB9C-D02E6B7407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07600" y="3154423"/>
                  <a:ext cx="1227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A6911F-197D-C934-DD3E-E13D940A4F3A}"/>
                    </a:ext>
                  </a:extLst>
                </p14:cNvPr>
                <p14:cNvContentPartPr/>
                <p14:nvPr/>
              </p14:nvContentPartPr>
              <p14:xfrm>
                <a:off x="4980840" y="3293743"/>
                <a:ext cx="45360" cy="18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A6911F-197D-C934-DD3E-E13D940A4F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72200" y="3284743"/>
                  <a:ext cx="63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7F3326-8D19-AC6C-1BE5-23C1B5AC72C1}"/>
                    </a:ext>
                  </a:extLst>
                </p14:cNvPr>
                <p14:cNvContentPartPr/>
                <p14:nvPr/>
              </p14:nvContentPartPr>
              <p14:xfrm>
                <a:off x="5018640" y="3118783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7F3326-8D19-AC6C-1BE5-23C1B5AC72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09640" y="31097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F90C5F-CCDC-3D9C-3AB7-E0F65E88D33E}"/>
                    </a:ext>
                  </a:extLst>
                </p14:cNvPr>
                <p14:cNvContentPartPr/>
                <p14:nvPr/>
              </p14:nvContentPartPr>
              <p14:xfrm>
                <a:off x="5177040" y="3170983"/>
                <a:ext cx="168120" cy="367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F90C5F-CCDC-3D9C-3AB7-E0F65E88D3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68400" y="3162343"/>
                  <a:ext cx="1857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C3AE644-C1C2-5BE5-FFBF-39F3F8A498C5}"/>
                    </a:ext>
                  </a:extLst>
                </p14:cNvPr>
                <p14:cNvContentPartPr/>
                <p14:nvPr/>
              </p14:nvContentPartPr>
              <p14:xfrm>
                <a:off x="5421840" y="2503543"/>
                <a:ext cx="361440" cy="130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C3AE644-C1C2-5BE5-FFBF-39F3F8A498C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12840" y="2494903"/>
                  <a:ext cx="379080" cy="13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B5317D-591A-2DE6-613F-F7E2066BCB86}"/>
                    </a:ext>
                  </a:extLst>
                </p14:cNvPr>
                <p14:cNvContentPartPr/>
                <p14:nvPr/>
              </p14:nvContentPartPr>
              <p14:xfrm>
                <a:off x="6279000" y="2228143"/>
                <a:ext cx="871200" cy="334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B5317D-591A-2DE6-613F-F7E2066BCB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70000" y="2219503"/>
                  <a:ext cx="8888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95AB9D-CBC5-D808-4DA9-E2CD9D30A219}"/>
                    </a:ext>
                  </a:extLst>
                </p14:cNvPr>
                <p14:cNvContentPartPr/>
                <p14:nvPr/>
              </p14:nvContentPartPr>
              <p14:xfrm>
                <a:off x="7146960" y="1897303"/>
                <a:ext cx="2272680" cy="1062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95AB9D-CBC5-D808-4DA9-E2CD9D30A2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38320" y="1888303"/>
                  <a:ext cx="229032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639A6B4-8D16-2563-CDFB-E63CF97972EB}"/>
                    </a:ext>
                  </a:extLst>
                </p14:cNvPr>
                <p14:cNvContentPartPr/>
                <p14:nvPr/>
              </p14:nvContentPartPr>
              <p14:xfrm>
                <a:off x="7420200" y="2256583"/>
                <a:ext cx="469800" cy="46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639A6B4-8D16-2563-CDFB-E63CF97972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11200" y="2247583"/>
                  <a:ext cx="4874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B8E13AB-E998-863A-9080-3C601280355D}"/>
                    </a:ext>
                  </a:extLst>
                </p14:cNvPr>
                <p14:cNvContentPartPr/>
                <p14:nvPr/>
              </p14:nvContentPartPr>
              <p14:xfrm>
                <a:off x="8013840" y="2481583"/>
                <a:ext cx="201960" cy="194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B8E13AB-E998-863A-9080-3C60128035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05200" y="2472583"/>
                  <a:ext cx="219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F10D4C5-9211-534C-FC97-EBD3B598781F}"/>
                    </a:ext>
                  </a:extLst>
                </p14:cNvPr>
                <p14:cNvContentPartPr/>
                <p14:nvPr/>
              </p14:nvContentPartPr>
              <p14:xfrm>
                <a:off x="8274840" y="2233903"/>
                <a:ext cx="205920" cy="44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F10D4C5-9211-534C-FC97-EBD3B59878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65840" y="2225263"/>
                  <a:ext cx="2235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DA61A54-7C46-FFD8-48E1-40B3C8C6554F}"/>
                    </a:ext>
                  </a:extLst>
                </p14:cNvPr>
                <p14:cNvContentPartPr/>
                <p14:nvPr/>
              </p14:nvContentPartPr>
              <p14:xfrm>
                <a:off x="8426760" y="2564023"/>
                <a:ext cx="189720" cy="143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DA61A54-7C46-FFD8-48E1-40B3C8C655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17760" y="2555383"/>
                  <a:ext cx="207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D6971D-1289-15E4-DEC9-EABFA3FEC458}"/>
                    </a:ext>
                  </a:extLst>
                </p14:cNvPr>
                <p14:cNvContentPartPr/>
                <p14:nvPr/>
              </p14:nvContentPartPr>
              <p14:xfrm>
                <a:off x="8653200" y="2130223"/>
                <a:ext cx="62640" cy="440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D6971D-1289-15E4-DEC9-EABFA3FEC4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44200" y="2121223"/>
                  <a:ext cx="802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44B57A-953B-54B6-EE2D-A445A156B4DB}"/>
                    </a:ext>
                  </a:extLst>
                </p14:cNvPr>
                <p14:cNvContentPartPr/>
                <p14:nvPr/>
              </p14:nvContentPartPr>
              <p14:xfrm>
                <a:off x="5826840" y="2026543"/>
                <a:ext cx="278640" cy="359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44B57A-953B-54B6-EE2D-A445A156B4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17840" y="2017903"/>
                  <a:ext cx="2962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940456-DC6C-459F-3C1E-3DE4A1EA85E8}"/>
                    </a:ext>
                  </a:extLst>
                </p14:cNvPr>
                <p14:cNvContentPartPr/>
                <p14:nvPr/>
              </p14:nvContentPartPr>
              <p14:xfrm>
                <a:off x="5732160" y="2125183"/>
                <a:ext cx="276840" cy="58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940456-DC6C-459F-3C1E-3DE4A1EA85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3160" y="2116543"/>
                  <a:ext cx="294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FD7029-5A68-ACBE-DD62-87A678D1DDDB}"/>
                    </a:ext>
                  </a:extLst>
                </p14:cNvPr>
                <p14:cNvContentPartPr/>
                <p14:nvPr/>
              </p14:nvContentPartPr>
              <p14:xfrm>
                <a:off x="6094680" y="2225983"/>
                <a:ext cx="10800" cy="9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FD7029-5A68-ACBE-DD62-87A678D1DD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86040" y="2217343"/>
                  <a:ext cx="284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4AE8886-B322-F3BC-8D84-30FA0B06E481}"/>
                    </a:ext>
                  </a:extLst>
                </p14:cNvPr>
                <p14:cNvContentPartPr/>
                <p14:nvPr/>
              </p14:nvContentPartPr>
              <p14:xfrm>
                <a:off x="6194760" y="1962103"/>
                <a:ext cx="27360" cy="16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4AE8886-B322-F3BC-8D84-30FA0B06E48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86120" y="1953463"/>
                  <a:ext cx="45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99FFE4-ECC4-826B-8749-AB9342AE8627}"/>
                    </a:ext>
                  </a:extLst>
                </p14:cNvPr>
                <p14:cNvContentPartPr/>
                <p14:nvPr/>
              </p14:nvContentPartPr>
              <p14:xfrm>
                <a:off x="6351360" y="1986943"/>
                <a:ext cx="62640" cy="326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99FFE4-ECC4-826B-8749-AB9342AE862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42360" y="1978303"/>
                  <a:ext cx="80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A731FB-6D90-F4EA-8FB5-3B9D76344D85}"/>
                    </a:ext>
                  </a:extLst>
                </p14:cNvPr>
                <p14:cNvContentPartPr/>
                <p14:nvPr/>
              </p14:nvContentPartPr>
              <p14:xfrm>
                <a:off x="6255600" y="2140663"/>
                <a:ext cx="340200" cy="29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A731FB-6D90-F4EA-8FB5-3B9D76344D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46960" y="2131663"/>
                  <a:ext cx="357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9D93FFC-CA97-8EBA-13B0-385768CEFE8C}"/>
                    </a:ext>
                  </a:extLst>
                </p14:cNvPr>
                <p14:cNvContentPartPr/>
                <p14:nvPr/>
              </p14:nvContentPartPr>
              <p14:xfrm>
                <a:off x="6602280" y="2041663"/>
                <a:ext cx="136800" cy="321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9D93FFC-CA97-8EBA-13B0-385768CEFE8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93640" y="2032663"/>
                  <a:ext cx="1544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08DDF39-2048-13A3-EBDD-068D6498F077}"/>
                    </a:ext>
                  </a:extLst>
                </p14:cNvPr>
                <p14:cNvContentPartPr/>
                <p14:nvPr/>
              </p14:nvContentPartPr>
              <p14:xfrm>
                <a:off x="6824760" y="2019703"/>
                <a:ext cx="75960" cy="296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08DDF39-2048-13A3-EBDD-068D6498F0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16120" y="2010703"/>
                  <a:ext cx="93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D1A416-CC9B-9D26-8264-C04A37D67257}"/>
                    </a:ext>
                  </a:extLst>
                </p14:cNvPr>
                <p14:cNvContentPartPr/>
                <p14:nvPr/>
              </p14:nvContentPartPr>
              <p14:xfrm>
                <a:off x="5942040" y="3315343"/>
                <a:ext cx="1262520" cy="27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D1A416-CC9B-9D26-8264-C04A37D6725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33040" y="3306703"/>
                  <a:ext cx="1280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990621A-A19C-1216-B215-6D58034C5C66}"/>
                    </a:ext>
                  </a:extLst>
                </p14:cNvPr>
                <p14:cNvContentPartPr/>
                <p14:nvPr/>
              </p14:nvContentPartPr>
              <p14:xfrm>
                <a:off x="7299960" y="3264943"/>
                <a:ext cx="3309120" cy="124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990621A-A19C-1216-B215-6D58034C5C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90960" y="3255943"/>
                  <a:ext cx="3326760" cy="12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0E4EE2-9731-2B88-66E9-B51858C8E155}"/>
                    </a:ext>
                  </a:extLst>
                </p14:cNvPr>
                <p14:cNvContentPartPr/>
                <p14:nvPr/>
              </p14:nvContentPartPr>
              <p14:xfrm>
                <a:off x="7714680" y="3528823"/>
                <a:ext cx="124920" cy="424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0E4EE2-9731-2B88-66E9-B51858C8E15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06040" y="3519823"/>
                  <a:ext cx="1425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8CAF409-35A8-14A5-A2AC-65AE9952AD5B}"/>
                    </a:ext>
                  </a:extLst>
                </p14:cNvPr>
                <p14:cNvContentPartPr/>
                <p14:nvPr/>
              </p14:nvContentPartPr>
              <p14:xfrm>
                <a:off x="7724400" y="3534223"/>
                <a:ext cx="318600" cy="268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8CAF409-35A8-14A5-A2AC-65AE9952AD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5400" y="3525583"/>
                  <a:ext cx="336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756D7A-FC3B-A841-02E7-6D924386DEE0}"/>
                    </a:ext>
                  </a:extLst>
                </p14:cNvPr>
                <p14:cNvContentPartPr/>
                <p14:nvPr/>
              </p14:nvContentPartPr>
              <p14:xfrm>
                <a:off x="7879200" y="3918343"/>
                <a:ext cx="143640" cy="188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756D7A-FC3B-A841-02E7-6D924386DEE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70200" y="3909343"/>
                  <a:ext cx="161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429896-C6DC-B489-6184-273DDB4AF58E}"/>
                    </a:ext>
                  </a:extLst>
                </p14:cNvPr>
                <p14:cNvContentPartPr/>
                <p14:nvPr/>
              </p14:nvContentPartPr>
              <p14:xfrm>
                <a:off x="8121120" y="3732943"/>
                <a:ext cx="19080" cy="43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429896-C6DC-B489-6184-273DDB4AF5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12120" y="3724303"/>
                  <a:ext cx="36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E79665-723C-1536-8E7D-AFE989D88BCB}"/>
                    </a:ext>
                  </a:extLst>
                </p14:cNvPr>
                <p14:cNvContentPartPr/>
                <p14:nvPr/>
              </p14:nvContentPartPr>
              <p14:xfrm>
                <a:off x="8016000" y="3914023"/>
                <a:ext cx="234000" cy="277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E79665-723C-1536-8E7D-AFE989D88BC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07000" y="3905023"/>
                  <a:ext cx="251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0D573A-6548-AB4A-C473-0897601CE163}"/>
                    </a:ext>
                  </a:extLst>
                </p14:cNvPr>
                <p14:cNvContentPartPr/>
                <p14:nvPr/>
              </p14:nvContentPartPr>
              <p14:xfrm>
                <a:off x="8288520" y="3950023"/>
                <a:ext cx="232920" cy="359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0D573A-6548-AB4A-C473-0897601CE1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79520" y="3941023"/>
                  <a:ext cx="2505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97B905-65E4-1827-B4CF-46D21794D2FF}"/>
                    </a:ext>
                  </a:extLst>
                </p14:cNvPr>
                <p14:cNvContentPartPr/>
                <p14:nvPr/>
              </p14:nvContentPartPr>
              <p14:xfrm>
                <a:off x="5407440" y="4002583"/>
                <a:ext cx="1629720" cy="123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97B905-65E4-1827-B4CF-46D21794D2F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98800" y="3993943"/>
                  <a:ext cx="1647360" cy="12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1BEFA6-4191-95A9-A3A5-0889422207F0}"/>
                    </a:ext>
                  </a:extLst>
                </p14:cNvPr>
                <p14:cNvContentPartPr/>
                <p14:nvPr/>
              </p14:nvContentPartPr>
              <p14:xfrm>
                <a:off x="5979840" y="4205263"/>
                <a:ext cx="198000" cy="310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1BEFA6-4191-95A9-A3A5-0889422207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70840" y="4196263"/>
                  <a:ext cx="215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11AC8D0-4732-E11D-85BA-4758BC187A1E}"/>
                    </a:ext>
                  </a:extLst>
                </p14:cNvPr>
                <p14:cNvContentPartPr/>
                <p14:nvPr/>
              </p14:nvContentPartPr>
              <p14:xfrm>
                <a:off x="5913960" y="4324423"/>
                <a:ext cx="237600" cy="13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11AC8D0-4732-E11D-85BA-4758BC187A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04960" y="4315783"/>
                  <a:ext cx="255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1F5A10-56C8-1C38-5161-98AC73D17D71}"/>
                    </a:ext>
                  </a:extLst>
                </p14:cNvPr>
                <p14:cNvContentPartPr/>
                <p14:nvPr/>
              </p14:nvContentPartPr>
              <p14:xfrm>
                <a:off x="6288360" y="4457263"/>
                <a:ext cx="12600" cy="5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1F5A10-56C8-1C38-5161-98AC73D17D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79360" y="4448263"/>
                  <a:ext cx="30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C4DD054-AA3D-84C2-AFE2-C671BD264852}"/>
                    </a:ext>
                  </a:extLst>
                </p14:cNvPr>
                <p14:cNvContentPartPr/>
                <p14:nvPr/>
              </p14:nvContentPartPr>
              <p14:xfrm>
                <a:off x="6245880" y="4381303"/>
                <a:ext cx="38160" cy="133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C4DD054-AA3D-84C2-AFE2-C671BD2648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37240" y="4372303"/>
                  <a:ext cx="558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E4C5FE8-B657-5341-42F3-C940B445BB79}"/>
                    </a:ext>
                  </a:extLst>
                </p14:cNvPr>
                <p14:cNvContentPartPr/>
                <p14:nvPr/>
              </p14:nvContentPartPr>
              <p14:xfrm>
                <a:off x="6263880" y="4141183"/>
                <a:ext cx="34920" cy="32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E4C5FE8-B657-5341-42F3-C940B445BB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255240" y="4132543"/>
                  <a:ext cx="52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317FC9B-2CC9-ACAA-581F-62C9FEA91A4A}"/>
                    </a:ext>
                  </a:extLst>
                </p14:cNvPr>
                <p14:cNvContentPartPr/>
                <p14:nvPr/>
              </p14:nvContentPartPr>
              <p14:xfrm>
                <a:off x="6495720" y="4188343"/>
                <a:ext cx="34920" cy="29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317FC9B-2CC9-ACAA-581F-62C9FEA91A4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86720" y="4179703"/>
                  <a:ext cx="52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DA39C40-7EB3-0892-CE1A-CD24D7089B64}"/>
                    </a:ext>
                  </a:extLst>
                </p14:cNvPr>
                <p14:cNvContentPartPr/>
                <p14:nvPr/>
              </p14:nvContentPartPr>
              <p14:xfrm>
                <a:off x="6408240" y="4311103"/>
                <a:ext cx="209880" cy="21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DA39C40-7EB3-0892-CE1A-CD24D7089B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99240" y="4302463"/>
                  <a:ext cx="22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5CAC8D9-5A58-852E-988E-76293A627290}"/>
                    </a:ext>
                  </a:extLst>
                </p14:cNvPr>
                <p14:cNvContentPartPr/>
                <p14:nvPr/>
              </p14:nvContentPartPr>
              <p14:xfrm>
                <a:off x="6312120" y="2972263"/>
                <a:ext cx="139680" cy="356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5CAC8D9-5A58-852E-988E-76293A6272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03480" y="2963623"/>
                  <a:ext cx="157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D39C73C-2D25-5F8E-5677-B8552B27523C}"/>
                    </a:ext>
                  </a:extLst>
                </p14:cNvPr>
                <p14:cNvContentPartPr/>
                <p14:nvPr/>
              </p14:nvContentPartPr>
              <p14:xfrm>
                <a:off x="6231840" y="3110503"/>
                <a:ext cx="220680" cy="50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D39C73C-2D25-5F8E-5677-B8552B2752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23200" y="3101503"/>
                  <a:ext cx="238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4AF784E-2C6E-3855-CDAE-000C165FF5ED}"/>
                    </a:ext>
                  </a:extLst>
                </p14:cNvPr>
                <p14:cNvContentPartPr/>
                <p14:nvPr/>
              </p14:nvContentPartPr>
              <p14:xfrm>
                <a:off x="6511560" y="3200503"/>
                <a:ext cx="24120" cy="93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4AF784E-2C6E-3855-CDAE-000C165FF5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02920" y="3191503"/>
                  <a:ext cx="41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5E5D89-F15F-4B71-EEC1-D24C8BF6300E}"/>
                    </a:ext>
                  </a:extLst>
                </p14:cNvPr>
                <p14:cNvContentPartPr/>
                <p14:nvPr/>
              </p14:nvContentPartPr>
              <p14:xfrm>
                <a:off x="6565200" y="3019063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5E5D89-F15F-4B71-EEC1-D24C8BF6300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56560" y="3010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F94DBF-D072-40DB-6A26-04BB5E462238}"/>
                    </a:ext>
                  </a:extLst>
                </p14:cNvPr>
                <p14:cNvContentPartPr/>
                <p14:nvPr/>
              </p14:nvContentPartPr>
              <p14:xfrm>
                <a:off x="6974520" y="2943103"/>
                <a:ext cx="13680" cy="1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F94DBF-D072-40DB-6A26-04BB5E46223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65880" y="2934103"/>
                  <a:ext cx="3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95B1755-9E6A-3C88-3156-7655AB281013}"/>
                    </a:ext>
                  </a:extLst>
                </p14:cNvPr>
                <p14:cNvContentPartPr/>
                <p14:nvPr/>
              </p14:nvContentPartPr>
              <p14:xfrm>
                <a:off x="6831240" y="2867143"/>
                <a:ext cx="56880" cy="459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95B1755-9E6A-3C88-3156-7655AB28101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22600" y="2858143"/>
                  <a:ext cx="7452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ED783DE-0036-00B2-3330-52C399E8FF05}"/>
                    </a:ext>
                  </a:extLst>
                </p14:cNvPr>
                <p14:cNvContentPartPr/>
                <p14:nvPr/>
              </p14:nvContentPartPr>
              <p14:xfrm>
                <a:off x="6783000" y="2989903"/>
                <a:ext cx="488160" cy="78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ED783DE-0036-00B2-3330-52C399E8FF0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74000" y="2980903"/>
                  <a:ext cx="505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6A5D5DF-C1EA-BD74-B368-5C94417BB73A}"/>
                    </a:ext>
                  </a:extLst>
                </p14:cNvPr>
                <p14:cNvContentPartPr/>
                <p14:nvPr/>
              </p14:nvContentPartPr>
              <p14:xfrm>
                <a:off x="7099440" y="4669663"/>
                <a:ext cx="3607560" cy="1374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6A5D5DF-C1EA-BD74-B368-5C94417BB73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90800" y="4660663"/>
                  <a:ext cx="3625200" cy="13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120DF60-8240-6264-EB44-C46082C8644D}"/>
                    </a:ext>
                  </a:extLst>
                </p14:cNvPr>
                <p14:cNvContentPartPr/>
                <p14:nvPr/>
              </p14:nvContentPartPr>
              <p14:xfrm>
                <a:off x="7649520" y="4990783"/>
                <a:ext cx="534960" cy="504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120DF60-8240-6264-EB44-C46082C8644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40520" y="4982143"/>
                  <a:ext cx="5526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07E272E-F990-CE4E-304E-5BF7787A134F}"/>
                    </a:ext>
                  </a:extLst>
                </p14:cNvPr>
                <p14:cNvContentPartPr/>
                <p14:nvPr/>
              </p14:nvContentPartPr>
              <p14:xfrm>
                <a:off x="8288880" y="5071063"/>
                <a:ext cx="272520" cy="472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07E272E-F990-CE4E-304E-5BF7787A134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80240" y="5062063"/>
                  <a:ext cx="2901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D556C6-1D7D-3840-CE8D-C78A0F435716}"/>
                    </a:ext>
                  </a:extLst>
                </p14:cNvPr>
                <p14:cNvContentPartPr/>
                <p14:nvPr/>
              </p14:nvContentPartPr>
              <p14:xfrm>
                <a:off x="8703240" y="5181583"/>
                <a:ext cx="147240" cy="544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D556C6-1D7D-3840-CE8D-C78A0F43571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94600" y="5172943"/>
                  <a:ext cx="16488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70739EC-BA52-A992-9431-B06A35CEC00E}"/>
                    </a:ext>
                  </a:extLst>
                </p14:cNvPr>
                <p14:cNvContentPartPr/>
                <p14:nvPr/>
              </p14:nvContentPartPr>
              <p14:xfrm>
                <a:off x="8981880" y="5166103"/>
                <a:ext cx="639000" cy="545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70739EC-BA52-A992-9431-B06A35CEC0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972880" y="5157103"/>
                  <a:ext cx="65664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586E83F-8955-D472-3F74-7FEB8A90C70D}"/>
                    </a:ext>
                  </a:extLst>
                </p14:cNvPr>
                <p14:cNvContentPartPr/>
                <p14:nvPr/>
              </p14:nvContentPartPr>
              <p14:xfrm>
                <a:off x="9198960" y="3583183"/>
                <a:ext cx="961920" cy="663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586E83F-8955-D472-3F74-7FEB8A90C70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190320" y="3574183"/>
                  <a:ext cx="97956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DF731F-0E89-F3A0-4606-A11C09C9B56A}"/>
                    </a:ext>
                  </a:extLst>
                </p14:cNvPr>
                <p14:cNvContentPartPr/>
                <p14:nvPr/>
              </p14:nvContentPartPr>
              <p14:xfrm>
                <a:off x="9431520" y="3788743"/>
                <a:ext cx="380880" cy="262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DF731F-0E89-F3A0-4606-A11C09C9B56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422880" y="3780103"/>
                  <a:ext cx="3985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6CD618F-9585-7D27-AAD6-83938626D090}"/>
                    </a:ext>
                  </a:extLst>
                </p14:cNvPr>
                <p14:cNvContentPartPr/>
                <p14:nvPr/>
              </p14:nvContentPartPr>
              <p14:xfrm>
                <a:off x="9805560" y="3808903"/>
                <a:ext cx="21960" cy="324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6CD618F-9585-7D27-AAD6-83938626D09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796560" y="3800263"/>
                  <a:ext cx="396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7A4ACA1-11C4-924C-F414-ECBCADF94FC0}"/>
                    </a:ext>
                  </a:extLst>
                </p14:cNvPr>
                <p14:cNvContentPartPr/>
                <p14:nvPr/>
              </p14:nvContentPartPr>
              <p14:xfrm>
                <a:off x="9888360" y="3971623"/>
                <a:ext cx="66240" cy="86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7A4ACA1-11C4-924C-F414-ECBCADF94FC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879720" y="3962623"/>
                  <a:ext cx="83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8831A5B-3324-C3DF-202B-572C328C6EF4}"/>
                    </a:ext>
                  </a:extLst>
                </p14:cNvPr>
                <p14:cNvContentPartPr/>
                <p14:nvPr/>
              </p14:nvContentPartPr>
              <p14:xfrm>
                <a:off x="9965400" y="3889543"/>
                <a:ext cx="67680" cy="217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8831A5B-3324-C3DF-202B-572C328C6EF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956400" y="3880903"/>
                  <a:ext cx="85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A85CA8-38CF-2BE9-6BB8-4BBCE8F929C1}"/>
                    </a:ext>
                  </a:extLst>
                </p14:cNvPr>
                <p14:cNvContentPartPr/>
                <p14:nvPr/>
              </p14:nvContentPartPr>
              <p14:xfrm>
                <a:off x="9667320" y="5208583"/>
                <a:ext cx="881280" cy="75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A85CA8-38CF-2BE9-6BB8-4BBCE8F929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658320" y="5199943"/>
                  <a:ext cx="89892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B23BF5-7F88-E5B5-6BD6-E3B73D948FE1}"/>
                    </a:ext>
                  </a:extLst>
                </p14:cNvPr>
                <p14:cNvContentPartPr/>
                <p14:nvPr/>
              </p14:nvContentPartPr>
              <p14:xfrm>
                <a:off x="9942000" y="5394343"/>
                <a:ext cx="56520" cy="265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B23BF5-7F88-E5B5-6BD6-E3B73D948FE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933360" y="5385703"/>
                  <a:ext cx="74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D0D5669-5AF0-FA82-2663-1329C4132242}"/>
                    </a:ext>
                  </a:extLst>
                </p14:cNvPr>
                <p14:cNvContentPartPr/>
                <p14:nvPr/>
              </p14:nvContentPartPr>
              <p14:xfrm>
                <a:off x="10044600" y="5372023"/>
                <a:ext cx="121320" cy="159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D0D5669-5AF0-FA82-2663-1329C413224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35600" y="5363383"/>
                  <a:ext cx="138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D25C90-5F1F-073B-5856-61456A925A7A}"/>
                    </a:ext>
                  </a:extLst>
                </p14:cNvPr>
                <p14:cNvContentPartPr/>
                <p14:nvPr/>
              </p14:nvContentPartPr>
              <p14:xfrm>
                <a:off x="10128120" y="5616103"/>
                <a:ext cx="34920" cy="74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D25C90-5F1F-073B-5856-61456A925A7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119480" y="5607103"/>
                  <a:ext cx="52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F71E0A4-A4F7-6711-6540-149833EE53FC}"/>
                    </a:ext>
                  </a:extLst>
                </p14:cNvPr>
                <p14:cNvContentPartPr/>
                <p14:nvPr/>
              </p14:nvContentPartPr>
              <p14:xfrm>
                <a:off x="10224960" y="5501983"/>
                <a:ext cx="11160" cy="2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F71E0A4-A4F7-6711-6540-149833EE53F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216320" y="5493343"/>
                  <a:ext cx="28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BFF39B-4144-A407-5EFB-D33455C87257}"/>
                    </a:ext>
                  </a:extLst>
                </p14:cNvPr>
                <p14:cNvContentPartPr/>
                <p14:nvPr/>
              </p14:nvContentPartPr>
              <p14:xfrm>
                <a:off x="10212360" y="5592343"/>
                <a:ext cx="121320" cy="223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BFF39B-4144-A407-5EFB-D33455C8725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203360" y="5583343"/>
                  <a:ext cx="1389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46F3A6B-CF0F-5E70-0F9B-237AC566473F}"/>
                    </a:ext>
                  </a:extLst>
                </p14:cNvPr>
                <p14:cNvContentPartPr/>
                <p14:nvPr/>
              </p14:nvContentPartPr>
              <p14:xfrm>
                <a:off x="10339080" y="5628703"/>
                <a:ext cx="110520" cy="177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46F3A6B-CF0F-5E70-0F9B-237AC566473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330440" y="5619703"/>
                  <a:ext cx="128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3F2ABDF-83B2-2023-5D81-8ECD1757760D}"/>
                    </a:ext>
                  </a:extLst>
                </p14:cNvPr>
                <p14:cNvContentPartPr/>
                <p14:nvPr/>
              </p14:nvContentPartPr>
              <p14:xfrm>
                <a:off x="8679840" y="2535943"/>
                <a:ext cx="21960" cy="223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3F2ABDF-83B2-2023-5D81-8ECD175776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70840" y="2527303"/>
                  <a:ext cx="39600" cy="24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438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7C4F-7342-953A-C5EC-2245430AD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555E3-BB0C-AEF1-19B3-1B2985076A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3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C578-EBB9-3E0D-47BC-337BEB1D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F25FD-A806-B1BA-394F-9D947385D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6286499" cy="4037749"/>
          </a:xfrm>
        </p:spPr>
        <p:txBody>
          <a:bodyPr/>
          <a:lstStyle/>
          <a:p>
            <a:r>
              <a:rPr lang="en-US" dirty="0"/>
              <a:t>Thus far we’ve only looked at classification trees. </a:t>
            </a:r>
          </a:p>
          <a:p>
            <a:r>
              <a:rPr lang="en-US" dirty="0"/>
              <a:t>We can use a tree to do regression as well. </a:t>
            </a:r>
          </a:p>
          <a:p>
            <a:r>
              <a:rPr lang="en-US" dirty="0"/>
              <a:t>Practical usage is not really any different in sklearn. </a:t>
            </a:r>
          </a:p>
          <a:p>
            <a:pPr lvl="1"/>
            <a:r>
              <a:rPr lang="en-US" dirty="0"/>
              <a:t>Interchangeable with other regression models. </a:t>
            </a:r>
          </a:p>
          <a:p>
            <a:r>
              <a:rPr lang="en-US" dirty="0"/>
              <a:t>The logic of how a tree works remains the same, some details change.</a:t>
            </a:r>
          </a:p>
          <a:p>
            <a:r>
              <a:rPr lang="en-US" dirty="0"/>
              <a:t>Note: the features for class/reg trees can always be anything, type is referring to the target only. </a:t>
            </a:r>
          </a:p>
        </p:txBody>
      </p:sp>
      <p:pic>
        <p:nvPicPr>
          <p:cNvPr id="1026" name="Picture 2" descr="decision tree regression for Sale,Up To OFF 78%">
            <a:extLst>
              <a:ext uri="{FF2B5EF4-FFF2-40B4-BE49-F238E27FC236}">
                <a16:creationId xmlns:a16="http://schemas.microsoft.com/office/drawing/2014/main" id="{2243DE2C-712B-4CEC-454D-6ACB69259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5999" cy="605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70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D182-479B-E651-62F1-DC97781D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9BEC-D69D-8041-39B8-41CECEDF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34" y="1853754"/>
            <a:ext cx="5686097" cy="419972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‘purity’ (entropy/</a:t>
            </a:r>
            <a:r>
              <a:rPr lang="en-US" sz="2400" dirty="0" err="1"/>
              <a:t>gini</a:t>
            </a:r>
            <a:r>
              <a:rPr lang="en-US" sz="2400" dirty="0"/>
              <a:t>) of each split becomes the mean squared error. </a:t>
            </a:r>
          </a:p>
          <a:p>
            <a:pPr lvl="1"/>
            <a:r>
              <a:rPr lang="en-US" sz="2000" dirty="0"/>
              <a:t>Instead of finding a split to maximize purity, it looks for one to minimize MSE. </a:t>
            </a:r>
          </a:p>
          <a:p>
            <a:r>
              <a:rPr lang="en-US" sz="2400" dirty="0"/>
              <a:t>The predication of each leaf node is a value, not a class. </a:t>
            </a:r>
          </a:p>
          <a:p>
            <a:pPr lvl="1"/>
            <a:r>
              <a:rPr lang="en-US" sz="2000" dirty="0"/>
              <a:t>In classification trees, the majority class in a leaf is its value. </a:t>
            </a:r>
          </a:p>
          <a:p>
            <a:pPr lvl="1"/>
            <a:r>
              <a:rPr lang="en-US" sz="2000" dirty="0"/>
              <a:t>In regression trees, the mean of the records in it is its value. </a:t>
            </a:r>
          </a:p>
          <a:p>
            <a:endParaRPr lang="en-US" sz="2400" dirty="0"/>
          </a:p>
        </p:txBody>
      </p:sp>
      <p:pic>
        <p:nvPicPr>
          <p:cNvPr id="3074" name="Picture 2" descr="Development and evaluation of regression tree models for predicting  in-hospital mortality of a national registry of COVID-19 patients over six  pandemic surges | BMC Medical Informatics and Decision Making | Full Text">
            <a:extLst>
              <a:ext uri="{FF2B5EF4-FFF2-40B4-BE49-F238E27FC236}">
                <a16:creationId xmlns:a16="http://schemas.microsoft.com/office/drawing/2014/main" id="{CEB14CF0-593B-CAC7-8DB5-70B3BDFBF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709" y="1660634"/>
            <a:ext cx="6257291" cy="51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41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052E-A134-94EB-A999-A88D1C15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Deciding Splits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C7929-7264-8903-BBBF-ED56749BB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8625638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split decision in a classification tree is based on the purity of the resulting nodes. </a:t>
            </a:r>
          </a:p>
          <a:p>
            <a:pPr lvl="1"/>
            <a:r>
              <a:rPr lang="en-US" dirty="0"/>
              <a:t>I.e. the goal is to split all True values from all False values. </a:t>
            </a:r>
          </a:p>
          <a:p>
            <a:pPr lvl="1"/>
            <a:r>
              <a:rPr lang="en-US" dirty="0"/>
              <a:t>The feature and split point (if numeric) are whatever does the best job of discriminating. </a:t>
            </a:r>
          </a:p>
          <a:p>
            <a:r>
              <a:rPr lang="en-US" dirty="0"/>
              <a:t>The split decision in a regression tree is based on the MSE of the result. </a:t>
            </a:r>
          </a:p>
          <a:p>
            <a:pPr lvl="1"/>
            <a:r>
              <a:rPr lang="en-US" dirty="0"/>
              <a:t>The algorithm will split the data so the MSE of the two nodes is minimized. </a:t>
            </a:r>
          </a:p>
          <a:p>
            <a:pPr lvl="1"/>
            <a:r>
              <a:rPr lang="en-US" sz="1800" dirty="0"/>
              <a:t>Model still looks for ‘sameness’ but distance based instead of T/F value of same.</a:t>
            </a:r>
            <a:endParaRPr lang="en-US" dirty="0"/>
          </a:p>
          <a:p>
            <a:r>
              <a:rPr lang="en-US" dirty="0"/>
              <a:t>Note: the concept of having an algorithm work to minimize/maximize something, and allowing that something (cost) to change, is common in machine learning. </a:t>
            </a:r>
          </a:p>
        </p:txBody>
      </p:sp>
      <p:pic>
        <p:nvPicPr>
          <p:cNvPr id="2054" name="Picture 6" descr="regression-tree">
            <a:extLst>
              <a:ext uri="{FF2B5EF4-FFF2-40B4-BE49-F238E27FC236}">
                <a16:creationId xmlns:a16="http://schemas.microsoft.com/office/drawing/2014/main" id="{2A071DDE-CAB1-50E6-D98E-7EBAE8CDD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187" y="571964"/>
            <a:ext cx="7253813" cy="1216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me of Decision Trees with Scikit-Learn - Jingwen Zheng">
            <a:extLst>
              <a:ext uri="{FF2B5EF4-FFF2-40B4-BE49-F238E27FC236}">
                <a16:creationId xmlns:a16="http://schemas.microsoft.com/office/drawing/2014/main" id="{54B70F36-2A8D-D6CD-BE26-E506B182E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5" r="23634" b="33181"/>
          <a:stretch/>
        </p:blipFill>
        <p:spPr bwMode="auto">
          <a:xfrm>
            <a:off x="8625638" y="3543299"/>
            <a:ext cx="3566362" cy="251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40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7AC6-D281-07BC-C208-7327639F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Leaf Node Predictions</a:t>
            </a:r>
          </a:p>
        </p:txBody>
      </p:sp>
      <p:pic>
        <p:nvPicPr>
          <p:cNvPr id="3074" name="Picture 2" descr="Resume of Decision Trees with Scikit-Learn - Jingwen Zheng">
            <a:extLst>
              <a:ext uri="{FF2B5EF4-FFF2-40B4-BE49-F238E27FC236}">
                <a16:creationId xmlns:a16="http://schemas.microsoft.com/office/drawing/2014/main" id="{D9620360-C5A9-62F7-F9BA-946726ECC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015734"/>
            <a:ext cx="6815005" cy="374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EC24-9108-7DDC-4107-8113BB10D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2015734"/>
            <a:ext cx="5299701" cy="4037747"/>
          </a:xfrm>
        </p:spPr>
        <p:txBody>
          <a:bodyPr>
            <a:normAutofit/>
          </a:bodyPr>
          <a:lstStyle/>
          <a:p>
            <a:r>
              <a:rPr lang="en-US" sz="2800" dirty="0"/>
              <a:t>Just like a classification tree, the regression tree predicts based on the value of the final leaf node. </a:t>
            </a:r>
          </a:p>
          <a:p>
            <a:pPr lvl="1"/>
            <a:r>
              <a:rPr lang="en-US" sz="2400" dirty="0"/>
              <a:t>In a classification tree it is the predominant class of that node. </a:t>
            </a:r>
          </a:p>
          <a:p>
            <a:pPr lvl="1"/>
            <a:r>
              <a:rPr lang="en-US" sz="2400" dirty="0"/>
              <a:t>In a regression tree it is the mean of the values in that node. </a:t>
            </a:r>
          </a:p>
        </p:txBody>
      </p:sp>
    </p:spTree>
    <p:extLst>
      <p:ext uri="{BB962C8B-B14F-4D97-AF65-F5344CB8AC3E}">
        <p14:creationId xmlns:p14="http://schemas.microsoft.com/office/powerpoint/2010/main" val="226870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6D91-5408-A112-40FA-DE1FD0AF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Regression Tree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2CAB7-F4D8-989C-4CF7-20D624991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2" y="1853754"/>
            <a:ext cx="5707808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predictions of a regression tree are different from a linear regression – they are </a:t>
            </a:r>
            <a:r>
              <a:rPr lang="en-US" b="1" dirty="0"/>
              <a:t>discreet.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linear regression’s predictions are continuous. </a:t>
            </a:r>
          </a:p>
          <a:p>
            <a:pPr lvl="1"/>
            <a:r>
              <a:rPr lang="en-US" dirty="0"/>
              <a:t>Each ‘step’ of the line is one leaf node. </a:t>
            </a:r>
          </a:p>
          <a:p>
            <a:r>
              <a:rPr lang="en-US" dirty="0"/>
              <a:t>Regression trees are limited by this:</a:t>
            </a:r>
          </a:p>
          <a:p>
            <a:pPr lvl="1"/>
            <a:r>
              <a:rPr lang="en-US" dirty="0"/>
              <a:t>They can’t extrapolate beyond data they see. </a:t>
            </a:r>
          </a:p>
          <a:p>
            <a:pPr lvl="1"/>
            <a:r>
              <a:rPr lang="en-US" dirty="0"/>
              <a:t>Only good over a limited range of inputs. </a:t>
            </a:r>
          </a:p>
          <a:p>
            <a:pPr lvl="1"/>
            <a:r>
              <a:rPr lang="en-US" dirty="0"/>
              <a:t>The number of possible predictions is constrained.</a:t>
            </a:r>
          </a:p>
          <a:p>
            <a:r>
              <a:rPr lang="en-US" dirty="0"/>
              <a:t>Regression trees can adapt to any relationship “shape”, not just linear. 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leafs</a:t>
            </a:r>
            <a:r>
              <a:rPr lang="en-US" dirty="0"/>
              <a:t> = # of steps in a graph. </a:t>
            </a:r>
          </a:p>
        </p:txBody>
      </p:sp>
      <p:pic>
        <p:nvPicPr>
          <p:cNvPr id="4100" name="Picture 4" descr="Regression Tree vs Linear Regression – QUANTIFYING HEALTH">
            <a:extLst>
              <a:ext uri="{FF2B5EF4-FFF2-40B4-BE49-F238E27FC236}">
                <a16:creationId xmlns:a16="http://schemas.microsoft.com/office/drawing/2014/main" id="{3AF316CA-7EA4-648B-25EF-17C07F9E40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9"/>
          <a:stretch/>
        </p:blipFill>
        <p:spPr bwMode="auto">
          <a:xfrm>
            <a:off x="5805779" y="1966748"/>
            <a:ext cx="6386221" cy="408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031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7B7D-64A6-E674-2B45-9A1E40A8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9DF4-781A-37CB-8175-A8D30FC29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egression Tree vs Linear Regression – QUANTIFYING HEALTH">
            <a:extLst>
              <a:ext uri="{FF2B5EF4-FFF2-40B4-BE49-F238E27FC236}">
                <a16:creationId xmlns:a16="http://schemas.microsoft.com/office/drawing/2014/main" id="{CA53144A-1ECC-C04B-1F3F-039C09092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27" y="2015732"/>
            <a:ext cx="6134889" cy="382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Exactly Does a Decision Tree Solve a Regression Problem? | by Gurjinder  Kaur | Towards Data Science">
            <a:extLst>
              <a:ext uri="{FF2B5EF4-FFF2-40B4-BE49-F238E27FC236}">
                <a16:creationId xmlns:a16="http://schemas.microsoft.com/office/drawing/2014/main" id="{2523345E-03E1-7530-A524-23BC315B04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22"/>
          <a:stretch/>
        </p:blipFill>
        <p:spPr bwMode="auto">
          <a:xfrm>
            <a:off x="6253216" y="2015732"/>
            <a:ext cx="5804876" cy="382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094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F6A8-333C-1E4E-9722-94B644D1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Back to Extrapolation – Keep Going…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95F1-9418-425F-8797-071FF3B08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7625"/>
          </a:xfrm>
        </p:spPr>
        <p:txBody>
          <a:bodyPr/>
          <a:lstStyle/>
          <a:p>
            <a:r>
              <a:rPr lang="en-US" dirty="0"/>
              <a:t>The inability to extrapolate is one of the stat-y things we can notice in EDA. </a:t>
            </a:r>
          </a:p>
          <a:p>
            <a:pPr lvl="1"/>
            <a:r>
              <a:rPr lang="en-US" dirty="0"/>
              <a:t>The properties of the data are going to impact the performance of models. </a:t>
            </a:r>
          </a:p>
          <a:p>
            <a:pPr lvl="1"/>
            <a:r>
              <a:rPr lang="en-US" dirty="0"/>
              <a:t>We can only make predictions that are the mean of previous target results. </a:t>
            </a:r>
          </a:p>
          <a:p>
            <a:r>
              <a:rPr lang="en-US" dirty="0"/>
              <a:t>Scenario 1 - Predicting student performance in school. </a:t>
            </a:r>
          </a:p>
          <a:p>
            <a:pPr lvl="1"/>
            <a:r>
              <a:rPr lang="en-US" dirty="0"/>
              <a:t>The range of the target is 0 to 100 (or 0-4 GPA), we have records all over that range. </a:t>
            </a:r>
          </a:p>
          <a:p>
            <a:r>
              <a:rPr lang="en-US" dirty="0"/>
              <a:t>Scenario 2 – Predicting total sales in dollars of a new car we developed. </a:t>
            </a:r>
          </a:p>
          <a:p>
            <a:pPr lvl="1"/>
            <a:r>
              <a:rPr lang="en-US" dirty="0"/>
              <a:t>The range of the target is 0 to unknown. Our training data likely doesn’t blanket the range. </a:t>
            </a:r>
          </a:p>
          <a:p>
            <a:pPr lvl="1"/>
            <a:r>
              <a:rPr lang="en-US" dirty="0"/>
              <a:t>Training data likely previous models, competitor cars,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If our car is a huge hit, we can’t predict “off the charts” results – linear regression could. </a:t>
            </a:r>
          </a:p>
          <a:p>
            <a:r>
              <a:rPr lang="en-US" dirty="0"/>
              <a:t>These types of things can help guide model choice, are often subtle to notice. </a:t>
            </a:r>
          </a:p>
        </p:txBody>
      </p:sp>
    </p:spTree>
    <p:extLst>
      <p:ext uri="{BB962C8B-B14F-4D97-AF65-F5344CB8AC3E}">
        <p14:creationId xmlns:p14="http://schemas.microsoft.com/office/powerpoint/2010/main" val="206405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BE87-C58C-2321-9F50-E9E6BD5C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5EE0-13E5-0302-E480-B086A621C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1780767"/>
          </a:xfrm>
        </p:spPr>
        <p:txBody>
          <a:bodyPr/>
          <a:lstStyle/>
          <a:p>
            <a:r>
              <a:rPr lang="en-US" dirty="0"/>
              <a:t>We’ll explore this more when we hit SVM’s, but data-model matching (kind of) matters. </a:t>
            </a:r>
          </a:p>
          <a:p>
            <a:r>
              <a:rPr lang="en-US" dirty="0"/>
              <a:t>Trees can adapt to data on the right, but can’t project to data outside its inputs. </a:t>
            </a:r>
          </a:p>
          <a:p>
            <a:r>
              <a:rPr lang="en-US" dirty="0"/>
              <a:t>Data exploration/stats knowledge can initially guide this, then performance can finish it. </a:t>
            </a:r>
          </a:p>
        </p:txBody>
      </p:sp>
      <p:pic>
        <p:nvPicPr>
          <p:cNvPr id="6146" name="Picture 2" descr="Decision Tree Regression in 6 Steps with Python | by Samet Girgin |  PursuitOfData | Medium">
            <a:extLst>
              <a:ext uri="{FF2B5EF4-FFF2-40B4-BE49-F238E27FC236}">
                <a16:creationId xmlns:a16="http://schemas.microsoft.com/office/drawing/2014/main" id="{D2D42556-C59B-A755-15A2-AA49E782B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568" y="3634521"/>
            <a:ext cx="7806864" cy="322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99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10EF-ECA5-B706-9E48-937B4A15B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Tree 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4BE1-5C3F-C8F1-6BBF-E36371763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1724471"/>
          </a:xfrm>
        </p:spPr>
        <p:txBody>
          <a:bodyPr/>
          <a:lstStyle/>
          <a:p>
            <a:r>
              <a:rPr lang="en-US" dirty="0"/>
              <a:t>Like a classification tree, regression trees will overfit without limits. </a:t>
            </a:r>
          </a:p>
          <a:p>
            <a:pPr lvl="1"/>
            <a:r>
              <a:rPr lang="en-US" dirty="0"/>
              <a:t>For regression, that can mean one node per output value (i.e. the model gets MSE near 0)</a:t>
            </a:r>
          </a:p>
          <a:p>
            <a:r>
              <a:rPr lang="en-US" dirty="0"/>
              <a:t>Anti-overfitting things like HP limits, pruning, or forests are maybe more important here. </a:t>
            </a:r>
          </a:p>
        </p:txBody>
      </p:sp>
      <p:pic>
        <p:nvPicPr>
          <p:cNvPr id="5122" name="Picture 2" descr="Does Bagging Help to Prevent Overfitting in Decision Trees? | by Gurjinder  Kaur | Dec, 2023 | Towards Data Science">
            <a:extLst>
              <a:ext uri="{FF2B5EF4-FFF2-40B4-BE49-F238E27FC236}">
                <a16:creationId xmlns:a16="http://schemas.microsoft.com/office/drawing/2014/main" id="{5D352D8A-1DDF-8F5E-C6DB-4990F3AA3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78225"/>
            <a:ext cx="12192000" cy="327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4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D011-2793-97D0-CA52-8F9918B8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Overfits – Extreme ‘Jumps’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D09E2-04E4-6990-EB48-BEF51B170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ecision Tree Regression — scikit-learn 1.5.2 documentation">
            <a:extLst>
              <a:ext uri="{FF2B5EF4-FFF2-40B4-BE49-F238E27FC236}">
                <a16:creationId xmlns:a16="http://schemas.microsoft.com/office/drawing/2014/main" id="{AA1C77F3-91AB-6387-9BE1-71D8E4287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0917"/>
            <a:ext cx="5643419" cy="423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odelling Regression Trees. How to program this classic Machine… | by Diego  Lopez Yse | Towards Data Science">
            <a:extLst>
              <a:ext uri="{FF2B5EF4-FFF2-40B4-BE49-F238E27FC236}">
                <a16:creationId xmlns:a16="http://schemas.microsoft.com/office/drawing/2014/main" id="{BC2B87EE-FA4E-97AD-40C8-DF8F9C55A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287" y="2177710"/>
            <a:ext cx="6554713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448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F896-8873-B366-07D5-02CCF3BB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Fit Errors in Regression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98828-6DAA-AEBA-A090-A13D1989E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410" y="1853754"/>
            <a:ext cx="5511589" cy="4199727"/>
          </a:xfrm>
        </p:spPr>
        <p:txBody>
          <a:bodyPr>
            <a:normAutofit fontScale="92500"/>
          </a:bodyPr>
          <a:lstStyle/>
          <a:p>
            <a:r>
              <a:rPr lang="en-US" dirty="0"/>
              <a:t>Reg. trees can make over/underfits explicit. </a:t>
            </a:r>
          </a:p>
          <a:p>
            <a:r>
              <a:rPr lang="en-US" dirty="0"/>
              <a:t>Underfit (bias error):</a:t>
            </a:r>
          </a:p>
          <a:p>
            <a:pPr lvl="1"/>
            <a:r>
              <a:rPr lang="en-US" dirty="0"/>
              <a:t>Model can’t learn enough, is too gen.</a:t>
            </a:r>
          </a:p>
          <a:p>
            <a:pPr lvl="1"/>
            <a:r>
              <a:rPr lang="en-US" dirty="0"/>
              <a:t>Model can’t split nodes to red. error where it could.</a:t>
            </a:r>
          </a:p>
          <a:p>
            <a:r>
              <a:rPr lang="en-US" dirty="0"/>
              <a:t>Overfit (variance error):</a:t>
            </a:r>
          </a:p>
          <a:p>
            <a:pPr lvl="1"/>
            <a:r>
              <a:rPr lang="en-US" dirty="0"/>
              <a:t>Model learned too much, isn’t generalizable. </a:t>
            </a:r>
          </a:p>
          <a:p>
            <a:pPr lvl="1"/>
            <a:r>
              <a:rPr lang="en-US" dirty="0"/>
              <a:t>Model could split too much to avoid error. </a:t>
            </a:r>
          </a:p>
          <a:p>
            <a:pPr lvl="1"/>
            <a:r>
              <a:rPr lang="en-US" dirty="0"/>
              <a:t>Wide swings in predictions with small input diffs. </a:t>
            </a:r>
          </a:p>
          <a:p>
            <a:r>
              <a:rPr lang="en-US" dirty="0"/>
              <a:t>Underfit models treat odd values like exceptions, overfit models treat them like mandates. </a:t>
            </a:r>
          </a:p>
        </p:txBody>
      </p:sp>
      <p:pic>
        <p:nvPicPr>
          <p:cNvPr id="4100" name="Picture 4" descr="Overfitting and Methods of Addressing it - CFA, FRM, and Actuarial Exams  Study Notes">
            <a:extLst>
              <a:ext uri="{FF2B5EF4-FFF2-40B4-BE49-F238E27FC236}">
                <a16:creationId xmlns:a16="http://schemas.microsoft.com/office/drawing/2014/main" id="{92246B94-F368-6048-7CDA-972F14BF9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26901" r="6969"/>
          <a:stretch/>
        </p:blipFill>
        <p:spPr bwMode="auto">
          <a:xfrm>
            <a:off x="0" y="2089626"/>
            <a:ext cx="6680410" cy="287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135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92C8-3423-3220-D01A-6F8CB9E9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Check -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6C8F-77FB-FE31-2560-974CFAB18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machine learning we often do visualizations and talk about things in 2D/3D, like here. </a:t>
            </a:r>
          </a:p>
          <a:p>
            <a:r>
              <a:rPr lang="en-US" dirty="0"/>
              <a:t>The 2D is usually a simplification to represent aspects of the data:</a:t>
            </a:r>
          </a:p>
          <a:p>
            <a:pPr lvl="1"/>
            <a:r>
              <a:rPr lang="en-US" dirty="0"/>
              <a:t>Taking only a couple of the dimensions from the original data. </a:t>
            </a:r>
          </a:p>
          <a:p>
            <a:pPr lvl="1"/>
            <a:r>
              <a:rPr lang="en-US" dirty="0"/>
              <a:t>Using some technique to map the data to lower dimensions for display. </a:t>
            </a:r>
          </a:p>
          <a:p>
            <a:r>
              <a:rPr lang="en-US" dirty="0"/>
              <a:t>The concepts are the same, but this simplification lets us see it in terms we understand.</a:t>
            </a:r>
          </a:p>
          <a:p>
            <a:pPr lvl="1"/>
            <a:r>
              <a:rPr lang="en-US" dirty="0"/>
              <a:t>Separability – the ability of a classifier to divide A and B – literally a line dividing points. </a:t>
            </a:r>
          </a:p>
          <a:p>
            <a:pPr lvl="1"/>
            <a:r>
              <a:rPr lang="en-US" dirty="0"/>
              <a:t>Relationships (particularly linear) – when we plot things, is it linear in 2D. </a:t>
            </a:r>
          </a:p>
          <a:p>
            <a:pPr lvl="1"/>
            <a:r>
              <a:rPr lang="en-US" dirty="0"/>
              <a:t>Loss plots – moistly for later on. </a:t>
            </a:r>
          </a:p>
          <a:p>
            <a:r>
              <a:rPr lang="en-US" dirty="0"/>
              <a:t>This language/display is common – we are representing high dimension data in 2D. </a:t>
            </a:r>
          </a:p>
          <a:p>
            <a:pPr lvl="1"/>
            <a:r>
              <a:rPr lang="en-US" dirty="0"/>
              <a:t>If it doesn’t make sense, please interrupt/ask. </a:t>
            </a:r>
          </a:p>
        </p:txBody>
      </p:sp>
      <p:pic>
        <p:nvPicPr>
          <p:cNvPr id="5122" name="Picture 2" descr="How to Do Model Visualization in Machine Learning?">
            <a:extLst>
              <a:ext uri="{FF2B5EF4-FFF2-40B4-BE49-F238E27FC236}">
                <a16:creationId xmlns:a16="http://schemas.microsoft.com/office/drawing/2014/main" id="{49A0F884-FB62-E97B-E515-A2FCD14B7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1"/>
            <a:ext cx="2087418" cy="189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419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FC0B-48A5-211C-EE12-732E0A33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 Regression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4A98-E2C8-31DA-151C-D1CEDC22F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Tuning a regression tree for better performance is the same as a classification tree. </a:t>
            </a:r>
          </a:p>
          <a:p>
            <a:r>
              <a:rPr lang="en-US" dirty="0"/>
              <a:t>Hyperparameters:</a:t>
            </a:r>
          </a:p>
          <a:p>
            <a:pPr lvl="1"/>
            <a:r>
              <a:rPr lang="en-US" dirty="0"/>
              <a:t>Like a classification tree, most are settings to restrict growth. </a:t>
            </a:r>
          </a:p>
          <a:p>
            <a:pPr lvl="1"/>
            <a:r>
              <a:rPr lang="en-US" dirty="0"/>
              <a:t>The error is usually MSE, but can be changed to others like absolute value. </a:t>
            </a:r>
          </a:p>
          <a:p>
            <a:pPr lvl="1"/>
            <a:r>
              <a:rPr lang="en-US" dirty="0"/>
              <a:t>Still use a grid search to hunt for optimal values. </a:t>
            </a:r>
          </a:p>
          <a:p>
            <a:r>
              <a:rPr lang="en-US" dirty="0"/>
              <a:t>Pruning:</a:t>
            </a:r>
          </a:p>
          <a:p>
            <a:pPr lvl="1"/>
            <a:r>
              <a:rPr lang="en-US" dirty="0"/>
              <a:t>Pruning works in the same way as with classification, only the metrics change.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90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7F8-0548-DEE1-5910-1154C108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Cost Complexity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56321-0935-3705-322E-B3F7F19DE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" y="1853752"/>
            <a:ext cx="6291633" cy="426129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When looking at classification trees we saw pruning.</a:t>
            </a:r>
          </a:p>
          <a:p>
            <a:pPr>
              <a:lnSpc>
                <a:spcPct val="110000"/>
              </a:lnSpc>
            </a:pPr>
            <a:r>
              <a:rPr lang="en-US" dirty="0"/>
              <a:t>Pruning is a form of regularization – a technique to reduce variance in a model. </a:t>
            </a:r>
          </a:p>
          <a:p>
            <a:pPr>
              <a:lnSpc>
                <a:spcPct val="110000"/>
              </a:lnSpc>
            </a:pPr>
            <a:r>
              <a:rPr lang="en-US" dirty="0"/>
              <a:t>Regularization adds a ‘penalty’ term to the cost.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Instead of minimizing cost, minimize cost + penalty.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penalty here is a ([HP constant] * [# leaf nodes]).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Acts to increase the cost as the tree grows larger. </a:t>
            </a:r>
          </a:p>
          <a:p>
            <a:pPr>
              <a:lnSpc>
                <a:spcPct val="110000"/>
              </a:lnSpc>
            </a:pPr>
            <a:r>
              <a:rPr lang="en-US" dirty="0"/>
              <a:t>For the tree to grow, the cost needs to shrink enough: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 a normal tree, any improvement will make a split.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With pruning, improvements need to exceed the penalty.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2EFED-E2BE-617C-8EC6-5480D26D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783" y="1853753"/>
            <a:ext cx="5843218" cy="388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2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87B6-29E9-7664-73A5-3D1B78F3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Pruning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8A8F8-F733-6C0E-3EDD-94F6ECE9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893" y="1853754"/>
            <a:ext cx="10850066" cy="4289871"/>
          </a:xfrm>
        </p:spPr>
        <p:txBody>
          <a:bodyPr>
            <a:normAutofit/>
          </a:bodyPr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A node has an MSE of 4 right now. </a:t>
            </a:r>
          </a:p>
          <a:p>
            <a:pPr lvl="1"/>
            <a:r>
              <a:rPr lang="en-US" dirty="0"/>
              <a:t>Splitting will yield a weighted average MSE of 3.5. </a:t>
            </a:r>
          </a:p>
          <a:p>
            <a:pPr lvl="1"/>
            <a:r>
              <a:rPr lang="en-US" dirty="0"/>
              <a:t>This split only happen if the penalty term is &lt; .5 – if not, the improvement is too small to be worth it. </a:t>
            </a:r>
          </a:p>
          <a:p>
            <a:r>
              <a:rPr lang="en-US" dirty="0"/>
              <a:t>Pruning limits overfitting in a similar way to other techniques, by limiting growth of the model. </a:t>
            </a:r>
          </a:p>
          <a:p>
            <a:r>
              <a:rPr lang="en-US" dirty="0"/>
              <a:t>We don’t really know ahead of time which option (depth, split HPs, pruning) will be best. </a:t>
            </a:r>
          </a:p>
          <a:p>
            <a:pPr lvl="1"/>
            <a:r>
              <a:rPr lang="en-US" dirty="0"/>
              <a:t>A grid search testing different options will probably be the best. </a:t>
            </a:r>
          </a:p>
          <a:p>
            <a:r>
              <a:rPr lang="en-US" dirty="0"/>
              <a:t>Incentivizes a model that is both correct and small. </a:t>
            </a:r>
          </a:p>
          <a:p>
            <a:pPr lvl="1"/>
            <a:r>
              <a:rPr lang="en-US" dirty="0"/>
              <a:t>Both growing (adding complexity to the model) and being wrong will negatively impact the cost. </a:t>
            </a:r>
          </a:p>
          <a:p>
            <a:pPr lvl="1"/>
            <a:r>
              <a:rPr lang="en-US" dirty="0"/>
              <a:t>Algorithm doesn’t look for the most accurate tree, it looks for the one with the </a:t>
            </a:r>
            <a:r>
              <a:rPr lang="en-US" i="1" dirty="0"/>
              <a:t>least loss</a:t>
            </a:r>
            <a:r>
              <a:rPr lang="en-US" dirty="0"/>
              <a:t>, as defined here.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38805-9579-2BC5-56AB-5DB54887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020" y="0"/>
            <a:ext cx="3692980" cy="245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78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B674-3BCD-20D5-C302-E0DC39DA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2D4C-E05E-1CED-25ED-4115742E6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853754"/>
            <a:ext cx="10719707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Regression tree strengths and weaknesses are similar to classification trees:</a:t>
            </a:r>
          </a:p>
          <a:p>
            <a:pPr lvl="1"/>
            <a:r>
              <a:rPr lang="en-US" dirty="0"/>
              <a:t>Strengths: adapt to any relationship, able to be very accurate, explainable, fast. </a:t>
            </a:r>
          </a:p>
          <a:p>
            <a:pPr lvl="1"/>
            <a:r>
              <a:rPr lang="en-US" dirty="0"/>
              <a:t>Weaknesses: overfitting by default, improvements limit interpretability, limited output values. </a:t>
            </a:r>
          </a:p>
          <a:p>
            <a:r>
              <a:rPr lang="en-US" dirty="0"/>
              <a:t>If the output domain is limited, relationships in data are non-linear, and interpretability is important, reg trees are a strong option. </a:t>
            </a:r>
          </a:p>
          <a:p>
            <a:r>
              <a:rPr lang="en-US" dirty="0"/>
              <a:t>In most other cases, some other model will likely win out. </a:t>
            </a:r>
          </a:p>
          <a:p>
            <a:pPr lvl="1"/>
            <a:r>
              <a:rPr lang="en-US" dirty="0"/>
              <a:t>Trees are more common in classification. </a:t>
            </a:r>
          </a:p>
          <a:p>
            <a:r>
              <a:rPr lang="en-US" dirty="0"/>
              <a:t>Regression trees are also commonly used in gradient boosting models that are top class. </a:t>
            </a:r>
          </a:p>
          <a:p>
            <a:r>
              <a:rPr lang="en-US" dirty="0"/>
              <a:t>The concepts of model size, fitting, HP tuning, regularization, and cost carry over to other models. </a:t>
            </a:r>
          </a:p>
          <a:p>
            <a:r>
              <a:rPr lang="en-US" dirty="0"/>
              <a:t>The concepts of a penalty, regularization, and measuring the overall ‘cost’ will be big later. </a:t>
            </a:r>
          </a:p>
        </p:txBody>
      </p:sp>
    </p:spTree>
    <p:extLst>
      <p:ext uri="{BB962C8B-B14F-4D97-AF65-F5344CB8AC3E}">
        <p14:creationId xmlns:p14="http://schemas.microsoft.com/office/powerpoint/2010/main" val="4267605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2896-2C1B-DD81-ED2B-1D0B1C4B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D364A-8A44-56EF-3FA1-22DC52D1F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876401" cy="4199727"/>
          </a:xfrm>
        </p:spPr>
        <p:txBody>
          <a:bodyPr/>
          <a:lstStyle/>
          <a:p>
            <a:r>
              <a:rPr lang="en-US" dirty="0"/>
              <a:t>Trees are a commonly used machine learning model:</a:t>
            </a:r>
          </a:p>
          <a:p>
            <a:pPr lvl="1"/>
            <a:r>
              <a:rPr lang="en-US" dirty="0"/>
              <a:t>Supervised learning, can do classification and regression. </a:t>
            </a:r>
          </a:p>
          <a:p>
            <a:pPr lvl="1"/>
            <a:r>
              <a:rPr lang="en-US" dirty="0"/>
              <a:t>Able to handle non-linear relationships well – very adaptable to complex relationships. </a:t>
            </a:r>
          </a:p>
          <a:p>
            <a:pPr lvl="1"/>
            <a:r>
              <a:rPr lang="en-US" dirty="0"/>
              <a:t>Able to be transparent, clear, and explained – good where a black box is disallowed. </a:t>
            </a:r>
          </a:p>
          <a:p>
            <a:r>
              <a:rPr lang="en-US" dirty="0"/>
              <a:t>Trees tend to overfit if not limited – will keep improving to 100% training accuracy.</a:t>
            </a:r>
          </a:p>
          <a:p>
            <a:pPr lvl="1"/>
            <a:r>
              <a:rPr lang="en-US" dirty="0"/>
              <a:t>Hyperparameter tuning and grid searches in a pipeline – test multiple options for best. </a:t>
            </a:r>
          </a:p>
          <a:p>
            <a:pPr lvl="1"/>
            <a:r>
              <a:rPr lang="en-US" dirty="0"/>
              <a:t>Regularization (</a:t>
            </a:r>
            <a:r>
              <a:rPr lang="en-US" dirty="0" err="1"/>
              <a:t>ccp</a:t>
            </a:r>
            <a:r>
              <a:rPr lang="en-US" dirty="0"/>
              <a:t>) – limiting growth by penalizing a larger model as well as an inaccurate one.</a:t>
            </a:r>
          </a:p>
          <a:p>
            <a:pPr lvl="1"/>
            <a:r>
              <a:rPr lang="en-US" dirty="0"/>
              <a:t>Ensembles – combine multiple trees to mitigate their weaknesses. Bootstrapping and bagging.</a:t>
            </a:r>
          </a:p>
          <a:p>
            <a:pPr lvl="2"/>
            <a:r>
              <a:rPr lang="en-US" dirty="0"/>
              <a:t>Future models will combine trees in series for similar reasons. </a:t>
            </a:r>
          </a:p>
          <a:p>
            <a:r>
              <a:rPr lang="en-US" dirty="0"/>
              <a:t>Other model types do the same thing, but they’re harder to ‘see’ the inner workings.  </a:t>
            </a:r>
          </a:p>
        </p:txBody>
      </p:sp>
    </p:spTree>
    <p:extLst>
      <p:ext uri="{BB962C8B-B14F-4D97-AF65-F5344CB8AC3E}">
        <p14:creationId xmlns:p14="http://schemas.microsoft.com/office/powerpoint/2010/main" val="1754699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{F1334E83-F796-0F4D-8642-E92DF019DC38}tf10001119</Template>
  <TotalTime>8705</TotalTime>
  <Words>1864</Words>
  <Application>Microsoft Macintosh PowerPoint</Application>
  <PresentationFormat>Widescreen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Gallery</vt:lpstr>
      <vt:lpstr>Housekeeping</vt:lpstr>
      <vt:lpstr>Practice, In General</vt:lpstr>
      <vt:lpstr>PowerPoint Presentation</vt:lpstr>
      <vt:lpstr>Regression Trees</vt:lpstr>
      <vt:lpstr>Trees</vt:lpstr>
      <vt:lpstr>Tree Changes</vt:lpstr>
      <vt:lpstr>Deciding Splits</vt:lpstr>
      <vt:lpstr>Leaf Node Predictions</vt:lpstr>
      <vt:lpstr>Regression Tree results</vt:lpstr>
      <vt:lpstr>Non-Linear Relationships</vt:lpstr>
      <vt:lpstr>Go Back to Extrapolation – Keep Going…</vt:lpstr>
      <vt:lpstr>Another example</vt:lpstr>
      <vt:lpstr>Regression Tree Fits</vt:lpstr>
      <vt:lpstr>Overfits – Extreme ‘Jumps’</vt:lpstr>
      <vt:lpstr>Fit Errors in Regression Trees</vt:lpstr>
      <vt:lpstr>Spot Check - Visualizations</vt:lpstr>
      <vt:lpstr>Tuning a Regression Tree</vt:lpstr>
      <vt:lpstr>Cost Complexity Pruning</vt:lpstr>
      <vt:lpstr>Pruning in Practice</vt:lpstr>
      <vt:lpstr>Regression Trees</vt:lpstr>
      <vt:lpstr>Trees!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35</cp:revision>
  <dcterms:created xsi:type="dcterms:W3CDTF">2024-02-08T17:56:59Z</dcterms:created>
  <dcterms:modified xsi:type="dcterms:W3CDTF">2026-01-20T21:55:36Z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2026-01-20T21:55:36Z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1a75f226-019f-4484-a290-60854b563b17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